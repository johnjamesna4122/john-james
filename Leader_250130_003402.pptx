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</a:t>
            </a:r>
            <a:r>
              <a:rPr lang="en-US" sz="3700">
                <a:solidFill>
                  <a:srgbClr val="252525"/>
                </a:solidFill>
              </a:rPr>
              <a:t>his XML file does not appear to have any style information associated with it. The document tree is shown below.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&lt;record xmlns="</a:t>
            </a:r>
            <a:r>
              <a:rPr lang="en-US" sz="3700">
                <a:solidFill>
                  <a:srgbClr val="252525"/>
                </a:solidFill>
              </a:rPr>
              <a:t>http://www.loc.gov/MARC21/slim</a:t>
            </a:r>
            <a:r>
              <a:rPr lang="en-US" sz="3700">
                <a:solidFill>
                  <a:srgbClr val="252525"/>
                </a:solidFill>
              </a:rPr>
              <a:t>"&gt;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&lt;leader&gt;00491cam a22001575u 4500&lt;/leader&gt;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&lt;controlfield tag="001"&gt;193206&lt;/controlfield&gt;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&lt;controlfield tag="008"&gt;870414s1908 nyu 00000 eng u&lt;/controlfield&gt;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&lt;datafield tag="035" ind1=" " ind2=" "&gt;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code="a"&gt;(CStRLIN)NJPT07884934X&lt;/subfield&gt;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&lt;/datafield&gt;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&lt;datafield tag="035" ind1=" " ind2=" "&gt;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code="a"&gt;(CaOTULAS)</a:t>
            </a:r>
            <a:r>
              <a:rPr lang="en-US" sz="3700">
                <a:solidFill>
                  <a:srgbClr val="252525"/>
                </a:solidFill>
              </a:rPr>
              <a:t>107884934</a:t>
            </a:r>
            <a:r>
              <a:rPr lang="en-US" sz="3700">
                <a:solidFill>
                  <a:srgbClr val="252525"/>
                </a:solidFill>
              </a:rPr>
              <a:t>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&lt;/datafield&gt;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&lt;datafield tag="035" ind1=" " ind2=" "&gt;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code="9"&gt;AAW5891PS&lt;/subfield&gt;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&lt;/datafield&gt;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&lt;datafield tag="100" ind1="1" ind2="0"&gt;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code="a"&gt;Broughton, Leonard Gaston,&lt;/subfield&gt;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&lt;subfield code="d"&gt;</a:t>
            </a:r>
            <a:r>
              <a:rPr lang="en-US" sz="3700">
                <a:solidFill>
                  <a:srgbClr val="252525"/>
                </a:solidFill>
              </a:rPr>
              <a:t>1864-1936</a:t>
            </a:r>
            <a:r>
              <a:rPr lang="en-US" sz="3700">
                <a:solidFill>
                  <a:srgbClr val="252525"/>
                </a:solidFill>
              </a:rPr>
              <a:t>.&lt;/subfield&gt;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&lt;/datafield&gt;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&lt;datafield tag="245" ind1="1" ind2="0"&gt;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code="a"&gt;Salvation and the old theology :&lt;/subfield&gt;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code="b"&gt;pivot points in Romans ...&lt;/subfield&gt;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&lt;/datafield&gt;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&lt;datafield tag="250" ind1=" " ind2=" "&gt;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code="a"&gt;[2nd ed.].&lt;/subfield&gt;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&lt;/datafield&gt;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&lt;datafield tag="260" ind1="0" ind2=" "&gt;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&lt;subfield code="a"&gt;New York :&lt;/subfield&gt;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code="b"&gt;F. H. Revell,&lt;/subfield&gt;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code="c"&gt;[c1908].&lt;/subfield&gt;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&lt;/datafield&gt;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&lt;datafield tag="300" ind1=" " ind2=" "&gt;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code="a"&gt;188 p. ;&lt;/subfield&gt;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code="c"&gt;20 cm.&lt;/subfield&gt;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&lt;/datafield&gt;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&lt;datafield tag="630" ind1="0" ind2="0"&gt;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code="a"&gt;Bible.&lt;/subfield&gt;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&lt;subfield code="p"&gt;N.T.&lt;/subfield&gt;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code="p"&gt;Romans&lt;/subfield&gt;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&lt;subfield code="x"&gt;Theology.&lt;/subfield&gt;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&lt;/datafield&gt;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&lt;/record&gt;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