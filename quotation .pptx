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</a:t>
            </a:r>
            <a:r>
              <a:rPr lang="en-US" sz="3700">
                <a:solidFill>
                  <a:srgbClr val="3396FF"/>
                </a:solidFill>
              </a:rPr>
              <a:t>Abundance Marble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</a:t>
            </a:r>
            <a:r>
              <a:rPr lang="en-US" sz="3700">
                <a:solidFill>
                  <a:srgbClr val="2FEBD2"/>
                </a:solidFill>
              </a:rPr>
              <a:t>Jubiano</a:t>
            </a:r>
            <a:r>
              <a:rPr lang="en-US" sz="3700">
                <a:solidFill>
                  <a:srgbClr val="252525"/>
                </a:solidFill>
              </a:rPr>
              <a:t>:[ slap price #40000</a:t>
            </a:r>
          </a:p>
          <a:p>
            <a:r>
              <a:rPr lang="en-US" sz="3700">
                <a:solidFill>
                  <a:srgbClr val="252525"/>
                </a:solidFill>
              </a:rPr>
              <a:t/>
            </a:r>
          </a:p>
          <a:p>
            <a:r>
              <a:rPr lang="en-US" sz="3700">
                <a:solidFill>
                  <a:srgbClr val="252525"/>
                </a:solidFill>
              </a:rPr>
              <a:t>]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&lt;*8f/2iin*</a:t>
            </a:r>
          </a:p>
          <a:p>
            <a:r>
              <a:rPr lang="en-US" sz="3700">
                <a:solidFill>
                  <a:srgbClr val="252525"/>
                </a:solidFill>
              </a:rPr>
              <a:t>     *</a:t>
            </a:r>
            <a:r>
              <a:rPr lang="en-US" sz="3700">
                <a:solidFill>
                  <a:srgbClr val="252525"/>
                </a:solidFill>
              </a:rPr>
              <a:t>4/21</a:t>
            </a:r>
            <a:r>
              <a:rPr lang="en-US" sz="3700">
                <a:solidFill>
                  <a:srgbClr val="252525"/>
                </a:solidFill>
              </a:rPr>
              <a:t>in&gt;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cm:[</a:t>
            </a:r>
            <a:r>
              <a:rPr lang="en-US" sz="3700">
                <a:solidFill>
                  <a:srgbClr val="252525"/>
                </a:solidFill>
              </a:rPr>
              <a:t> </a:t>
            </a:r>
            <a:r>
              <a:rPr lang="en-US" sz="3700">
                <a:solidFill>
                  <a:srgbClr val="252525"/>
                </a:solidFill>
              </a:rPr>
              <a:t>2.44×0.65=</a:t>
            </a:r>
            <a:r>
              <a:rPr lang="en-US" sz="3700">
                <a:solidFill>
                  <a:srgbClr val="252525"/>
                </a:solidFill>
              </a:rPr>
              <a:t>1.586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 </a:t>
            </a:r>
            <a:r>
              <a:rPr lang="en-US" sz="3700">
                <a:solidFill>
                  <a:srgbClr val="252525"/>
                </a:solidFill>
              </a:rPr>
              <a:t>1.22×0.65=</a:t>
            </a:r>
            <a:r>
              <a:rPr lang="en-US" sz="3700">
                <a:solidFill>
                  <a:srgbClr val="252525"/>
                </a:solidFill>
              </a:rPr>
              <a:t>0.793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</a:t>
            </a:r>
            <a:r>
              <a:rPr lang="en-US" sz="3700">
                <a:solidFill>
                  <a:srgbClr val="1A693A"/>
                </a:solidFill>
              </a:rPr>
              <a:t>               =2.379]</a:t>
            </a:r>
          </a:p>
          <a:p>
            <a:r>
              <a:rPr lang="en-US" sz="3700">
                <a:solidFill>
                  <a:srgbClr val="252525"/>
                </a:solidFill>
              </a:rPr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( 2.379×40,000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</a:t>
            </a:r>
            <a:r>
              <a:rPr lang="en-US" sz="3700">
                <a:solidFill>
                  <a:srgbClr val="1A693A"/>
                </a:solidFill>
              </a:rPr>
              <a:t>=95,160)</a:t>
            </a:r>
          </a:p>
          <a:p>
            <a:r>
              <a:rPr lang="en-US" sz="3700">
                <a:solidFill>
                  <a:srgbClr val="1A693A"/>
                </a:solidFill>
              </a:rPr>
              <a:t>95,</a:t>
            </a:r>
            <a:r>
              <a:rPr lang="en-US" sz="3700">
                <a:solidFill>
                  <a:srgbClr val="1A693A"/>
                </a:solidFill>
              </a:rPr>
              <a:t>160×8=</a:t>
            </a:r>
            <a:r>
              <a:rPr lang="en-US" sz="3700">
                <a:solidFill>
                  <a:srgbClr val="1A693A"/>
                </a:solidFill>
              </a:rPr>
              <a:t>761,280. Total::761,500.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4114800"/>
            <a:ext cx="1003300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254000"/>
            <a:ext cx="11887200" cy="16802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