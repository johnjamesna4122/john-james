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" Type="http://schemas.openxmlformats.org/officeDocument/2006/relationships/image" Target="../media/image1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" Type="http://schemas.openxmlformats.org/officeDocument/2006/relationships/image" Target="../media/image1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" Type="http://schemas.openxmlformats.org/officeDocument/2006/relationships/image" Target="../media/image20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24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28.png"/><Relationship Id="rId30" Type="http://schemas.openxmlformats.org/officeDocument/2006/relationships/image" Target="../media/image3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" Type="http://schemas.openxmlformats.org/officeDocument/2006/relationships/image" Target="../media/image3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" Type="http://schemas.openxmlformats.org/officeDocument/2006/relationships/image" Target="../media/image33.png"/><Relationship Id="rId35" Type="http://schemas.openxmlformats.org/officeDocument/2006/relationships/image" Target="../media/image3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" Type="http://schemas.openxmlformats.org/officeDocument/2006/relationships/image" Target="../media/image36.png"/><Relationship Id="rId38" Type="http://schemas.openxmlformats.org/officeDocument/2006/relationships/image" Target="../media/image3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" Type="http://schemas.openxmlformats.org/officeDocument/2006/relationships/image" Target="../media/image3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1" Type="http://schemas.openxmlformats.org/officeDocument/2006/relationships/image" Target="../media/image41.png"/><Relationship Id="rId43" Type="http://schemas.openxmlformats.org/officeDocument/2006/relationships/image" Target="../media/image4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4" Type="http://schemas.openxmlformats.org/officeDocument/2006/relationships/image" Target="../media/image44.png"/><Relationship Id="rId46" Type="http://schemas.openxmlformats.org/officeDocument/2006/relationships/image" Target="../media/image46.png"/><Relationship Id="rId47" Type="http://schemas.openxmlformats.org/officeDocument/2006/relationships/image" Target="../media/image4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" Type="http://schemas.openxmlformats.org/officeDocument/2006/relationships/image" Target="../media/image48.png"/><Relationship Id="rId50" Type="http://schemas.openxmlformats.org/officeDocument/2006/relationships/image" Target="../media/image50.png"/><Relationship Id="rId51" Type="http://schemas.openxmlformats.org/officeDocument/2006/relationships/image" Target="../media/image5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" Type="http://schemas.openxmlformats.org/officeDocument/2006/relationships/image" Target="../media/image5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/>
            </a:r>
            <a:r>
              <a:rPr lang="en-US" sz="3700">
                <a:solidFill>
                  <a:srgbClr val="1447FF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 [       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       </a:t>
            </a:r>
            <a:r>
              <a:rPr lang="en-US" sz="3700">
                <a:solidFill>
                  <a:srgbClr val="FF3636"/>
                </a:solidFill>
              </a:rPr>
              <a:t>(1)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0" y="317500"/>
            <a:ext cx="3835400" cy="6921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600" y="7454900"/>
            <a:ext cx="51943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" id="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/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6451600" y="317500"/>
            <a:ext cx="5486400" cy="6921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600" y="7454900"/>
            <a:ext cx="55372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 </a:t>
            </a:r>
            <a:r>
              <a:rPr lang="en-US" sz="3700">
                <a:solidFill>
                  <a:srgbClr val="FF3636"/>
                </a:solidFill>
              </a:rPr>
              <a:t>PSALMS 51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Have mercy upon me, O God, according to thy lovingkindness: according unto the 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1600" y="317500"/>
            <a:ext cx="5626100" cy="5626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1600" y="6159500"/>
            <a:ext cx="51943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" id="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>multitude of thy tender mercies blot out my transgressions.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Wash me throughly from mine iniquity, and cleanse me from my sin.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For I acknowledge my transgressions: and my sin is ever before me.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Against thee, thee only, have I sinned, and done this evil in thy sight: that thou mightest be justified when thou speakest, and be clear when thou judgest.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Behold, I was shapen in iniquity; and in sin did my mother conceive me.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Behold, thou desirest truth in the inward parts: and in the hidden part thou shalt make me to know wisdom.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" id="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>Purge me with hyssop, and I shall be clean: wash me, and I shall be whiter than snow.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Make me to hear joy and gladness; that the bones which thou hast broken may rejoice.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Hide thy face from my sins, and blot out all mine iniquities.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Create in me a clean heart, O God; and renew a right spirit within me.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Cast me not away from thy presence; and take not thy holy spirit from me.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Restore unto me the joy of thy salvation; and uphold me with thy free spirit.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Then will I teach transgressors thy ways; and sinners shall be converted unto thee.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" id="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>Deliver me from bloodguiltiness, O God, thou God of my salvation: and my tongue shall sing aloud of thy righteousness.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O Lord, open thou my lips; and my mouth shall shew forth thy praise.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For thou desirest not sacrifice; else would I give it: thou delightest not in burnt offering.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The sacrifices of God are a broken spirit: a broken and a contrite heart, O God, thou wilt not despise.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Do good in thy good pleasure unto Zion: build thou the walls of Jerusalem.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Then shalt thou be pleased with the sacrifices of righteousness, with burnt offering and whole burnt offering: then shall they offer bullocks upon thine altar</a:t>
            </a:r>
            <a:r>
              <a:rPr lang="en-US" sz="3700">
                <a:solidFill>
                  <a:srgbClr val="1447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" id="2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1447FF"/>
                </a:solidFill>
              </a:rPr>
              <a:t> 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6451600" y="1079500"/>
            <a:ext cx="3898900" cy="6921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>
            <a:off x="6451600" y="8204200"/>
            <a:ext cx="51943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" id="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1447FF"/>
                </a:solidFill>
              </a:rPr>
              <a:t/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6451600" y="317500"/>
            <a:ext cx="5194300" cy="6921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>
            <a:off x="6451600" y="7454900"/>
            <a:ext cx="49403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" id="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1447FF"/>
                </a:solidFill>
              </a:rPr>
              <a:t/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1447FF"/>
                </a:solidFill>
              </a:rPr>
              <a:t>         </a:t>
            </a:r>
            <a:r>
              <a:rPr lang="en-US" sz="3700">
                <a:solidFill>
                  <a:srgbClr val="FF3636"/>
                </a:solidFill>
              </a:rPr>
              <a:t>                          (2)  PSALM 24</a:t>
            </a:r>
          </a:p>
          <a:p>
            <a:r>
              <a:rPr lang="en-US" sz="3700">
                <a:solidFill>
                  <a:srgbClr val="FF3636"/>
                </a:solidFill>
              </a:rPr>
              <a:t>The earth is the LORD's, and the fulness thereof; the world, and they that dwell therein.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For he hath founded it upon the seas, and established it upon the floods.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Who shall ascend into the hill of the LORD? 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6451600" y="317500"/>
            <a:ext cx="69215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" id="3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>or who shall stand in his holy place?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He that hath clean hands, and a pure heart; who hath not lifted up his soul unto vanity, nor sworn deceitfully.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He shall receive the blessing from the LORD, and righteousness from the God of his salvation.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This is the generation of them that seek him, that seek thy face, O Jacob. Selah.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Lift up your heads, O ye gates; and be ye lift up, ye everlasting doors; and the King of glory shall come in.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Who is this King of glory? The LORD strong and mighty, the LORD mighty in battle.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Lift up your heads, O ye gates; even lift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" id="34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>them up, ye everlasting doors; and the King of glory shall come in.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Who is this King of glory? The LORD of hosts, he is the King of glory. Selah.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/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>
            <a:off x="6451600" y="4864100"/>
            <a:ext cx="51943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" id="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/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                             (3)   PSALMS 20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The LORD hear thee in the day of trouble; the name of the God of Jacob defend thee;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Send thee help from the sanctuary, and strengthen thee out of Zion;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Remember all thy offerings, and accept thy 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>
            <a:off x="6451600" y="317500"/>
            <a:ext cx="69215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9" id="40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>burnt sacrifice; Selah.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Grant thee according to thine own heart, and fulfil all thy counsel.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We will rejoice in thy salvation, and in the name of our God we will set up our banners: the LORD fulfil all thy petitions.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Now know I that the LORD saveth his anointed; he will hear him from his holy heaven with the saving strength of his right hand.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Some trust in chariots, and some in horses: but we will remember the name of the LORD our God.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They are brought down and fallen: but we are risen, and stand upright.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1" id="4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>Save, LORD: let the king hear us when we call.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>
            <a:off x="6451600" y="1841500"/>
            <a:ext cx="10502900" cy="9220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4" id="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/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>
            <a:off x="6451600" y="317500"/>
            <a:ext cx="6921500" cy="6921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>
            <a:off x="6451600" y="7454900"/>
            <a:ext cx="38989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8" id="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/>
            </a:r>
          </a:p>
          <a:p>
            <a:r>
              <a:rPr lang="en-US" sz="3700">
                <a:solidFill>
                  <a:srgbClr val="FF3636"/>
                </a:solidFill>
              </a:rPr>
              <a:t>THANK YOU JESUS CHRIST SON OF LIVING GOD </a:t>
            </a:r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>
            <a:off x="6451600" y="317500"/>
            <a:ext cx="5194300" cy="69215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>
            <a:off x="6451600" y="7454900"/>
            <a:ext cx="35052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2" id="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FF3636"/>
                </a:solidFill>
              </a:rPr>
              <a:t> THANK  YOU  JEHOVAH.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FF3636"/>
                </a:solidFill>
              </a:rPr>
              <a:t>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