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" Type="http://schemas.openxmlformats.org/officeDocument/2006/relationships/slide" Target="slides/slide6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" Type="http://schemas.openxmlformats.org/officeDocument/2006/relationships/slide" Target="slides/slide7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" Type="http://schemas.openxmlformats.org/officeDocument/2006/relationships/slide" Target="slides/slide8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viewProps" Target="viewProps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" Type="http://schemas.openxmlformats.org/officeDocument/2006/relationships/theme" Target="theme/theme1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" Type="http://schemas.openxmlformats.org/officeDocument/2006/relationships/tableStyles" Target="tableStyles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" Type="http://schemas.openxmlformats.org/officeDocument/2006/relationships/slide" Target="slides/slide1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" Type="http://schemas.openxmlformats.org/officeDocument/2006/relationships/slide" Target="slides/slide2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" Type="http://schemas.openxmlformats.org/officeDocument/2006/relationships/slide" Target="slides/slide3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" Type="http://schemas.openxmlformats.org/officeDocument/2006/relationships/slide" Target="slides/slide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8" Type="http://schemas.openxmlformats.org/officeDocument/2006/relationships/image" Target="../media/image8.png"/><Relationship Id="rId9" Type="http://schemas.openxmlformats.org/officeDocument/2006/relationships/hyperlink" TargetMode="External" Target="http://www.apache.org/licenses/LICENSE-2.0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" Type="http://schemas.openxmlformats.org/officeDocument/2006/relationships/image" Target="../media/image1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" Type="http://schemas.openxmlformats.org/officeDocument/2006/relationships/image" Target="../media/image1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" Type="http://schemas.openxmlformats.org/officeDocument/2006/relationships/image" Target="../media/image2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" Type="http://schemas.openxmlformats.org/officeDocument/2006/relationships/image" Target="../media/image2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2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" Type="http://schemas.openxmlformats.org/officeDocument/2006/relationships/image" Target="../media/image2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28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" Type="http://schemas.openxmlformats.org/officeDocument/2006/relationships/image" Target="../media/image30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" Type="http://schemas.openxmlformats.org/officeDocument/2006/relationships/image" Target="../media/image32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" Type="http://schemas.openxmlformats.org/officeDocument/2006/relationships/image" Target="../media/image34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" Type="http://schemas.openxmlformats.org/officeDocument/2006/relationships/image" Target="../media/image3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" Type="http://schemas.openxmlformats.org/officeDocument/2006/relationships/image" Target="../media/image38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" Type="http://schemas.openxmlformats.org/officeDocument/2006/relationships/image" Target="../media/image40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" Type="http://schemas.openxmlformats.org/officeDocument/2006/relationships/image" Target="../media/image42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4" Type="http://schemas.openxmlformats.org/officeDocument/2006/relationships/image" Target="../media/image44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6" Type="http://schemas.openxmlformats.org/officeDocument/2006/relationships/image" Target="../media/image46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" Type="http://schemas.openxmlformats.org/officeDocument/2006/relationships/image" Target="../media/image48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0" Type="http://schemas.openxmlformats.org/officeDocument/2006/relationships/image" Target="../media/image5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" Type="http://schemas.openxmlformats.org/officeDocument/2006/relationships/image" Target="../media/image52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4" Type="http://schemas.openxmlformats.org/officeDocument/2006/relationships/image" Target="../media/image54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6" Type="http://schemas.openxmlformats.org/officeDocument/2006/relationships/image" Target="../media/image56.png"/><Relationship Id="rId58" Type="http://schemas.openxmlformats.org/officeDocument/2006/relationships/image" Target="../media/image58.png"/><Relationship Id="rId59" Type="http://schemas.openxmlformats.org/officeDocument/2006/relationships/hyperlink" TargetMode="External" Target="http://www.apache.org/licenses/LICENSE-2.0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0" Type="http://schemas.openxmlformats.org/officeDocument/2006/relationships/image" Target="../media/image60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2" Type="http://schemas.openxmlformats.org/officeDocument/2006/relationships/image" Target="../media/image62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4" Type="http://schemas.openxmlformats.org/officeDocument/2006/relationships/image" Target="../media/image64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6" Type="http://schemas.openxmlformats.org/officeDocument/2006/relationships/image" Target="../media/image66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8" Type="http://schemas.openxmlformats.org/officeDocument/2006/relationships/image" Target="../media/image68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0" Type="http://schemas.openxmlformats.org/officeDocument/2006/relationships/image" Target="../media/image70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2" Type="http://schemas.openxmlformats.org/officeDocument/2006/relationships/image" Target="../media/image72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4" Type="http://schemas.openxmlformats.org/officeDocument/2006/relationships/image" Target="../media/image74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6" Type="http://schemas.openxmlformats.org/officeDocument/2006/relationships/image" Target="../media/image76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8" Type="http://schemas.openxmlformats.org/officeDocument/2006/relationships/image" Target="../media/image78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0" Type="http://schemas.openxmlformats.org/officeDocument/2006/relationships/image" Target="../media/image80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2" Type="http://schemas.openxmlformats.org/officeDocument/2006/relationships/image" Target="../media/image82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4" Type="http://schemas.openxmlformats.org/officeDocument/2006/relationships/image" Target="../media/image84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6" Type="http://schemas.openxmlformats.org/officeDocument/2006/relationships/image" Target="../media/image86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8" Type="http://schemas.openxmlformats.org/officeDocument/2006/relationships/image" Target="../media/image88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0" Type="http://schemas.openxmlformats.org/officeDocument/2006/relationships/image" Target="../media/image90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2" Type="http://schemas.openxmlformats.org/officeDocument/2006/relationships/image" Target="../media/image92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4" Type="http://schemas.openxmlformats.org/officeDocument/2006/relationships/image" Target="../media/image94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6" Type="http://schemas.openxmlformats.org/officeDocument/2006/relationships/image" Target="../media/image96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8" Type="http://schemas.openxmlformats.org/officeDocument/2006/relationships/image" Target="../media/image98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0" Type="http://schemas.openxmlformats.org/officeDocument/2006/relationships/image" Target="../media/image100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2" Type="http://schemas.openxmlformats.org/officeDocument/2006/relationships/image" Target="../media/image102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4" Type="http://schemas.openxmlformats.org/officeDocument/2006/relationships/image" Target="../media/image104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6" Type="http://schemas.openxmlformats.org/officeDocument/2006/relationships/image" Target="../media/image106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8" Type="http://schemas.openxmlformats.org/officeDocument/2006/relationships/image" Target="../media/image108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0" Type="http://schemas.openxmlformats.org/officeDocument/2006/relationships/image" Target="../media/image110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2" Type="http://schemas.openxmlformats.org/officeDocument/2006/relationships/image" Target="../media/image112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4" Type="http://schemas.openxmlformats.org/officeDocument/2006/relationships/image" Target="../media/image114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6" Type="http://schemas.openxmlformats.org/officeDocument/2006/relationships/image" Target="../media/image116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8" Type="http://schemas.openxmlformats.org/officeDocument/2006/relationships/image" Target="../media/image118.pn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0" Type="http://schemas.openxmlformats.org/officeDocument/2006/relationships/image" Target="../media/image120.pn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2" Type="http://schemas.openxmlformats.org/officeDocument/2006/relationships/image" Target="../media/image122.png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4" Type="http://schemas.openxmlformats.org/officeDocument/2006/relationships/image" Target="../media/image124.png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6" Type="http://schemas.openxmlformats.org/officeDocument/2006/relationships/image" Target="../media/image126.pn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8" Type="http://schemas.openxmlformats.org/officeDocument/2006/relationships/image" Target="../media/image128.png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0" Type="http://schemas.openxmlformats.org/officeDocument/2006/relationships/image" Target="../media/image130.png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2" Type="http://schemas.openxmlformats.org/officeDocument/2006/relationships/image" Target="../media/image132.png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4" Type="http://schemas.openxmlformats.org/officeDocument/2006/relationships/image" Target="../media/image134.png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6" Type="http://schemas.openxmlformats.org/officeDocument/2006/relationships/image" Target="../media/image136.png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8" Type="http://schemas.openxmlformats.org/officeDocument/2006/relationships/image" Target="../media/image138.png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0" Type="http://schemas.openxmlformats.org/officeDocument/2006/relationships/image" Target="../media/image140.png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2" Type="http://schemas.openxmlformats.org/officeDocument/2006/relationships/image" Target="../media/image142.png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4" Type="http://schemas.openxmlformats.org/officeDocument/2006/relationships/image" Target="../media/image144.png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6" Type="http://schemas.openxmlformats.org/officeDocument/2006/relationships/image" Target="../media/image146.png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8" Type="http://schemas.openxmlformats.org/officeDocument/2006/relationships/image" Target="../media/image148.png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0" Type="http://schemas.openxmlformats.org/officeDocument/2006/relationships/image" Target="../media/image150.png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2" Type="http://schemas.openxmlformats.org/officeDocument/2006/relationships/image" Target="../media/image152.png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4" Type="http://schemas.openxmlformats.org/officeDocument/2006/relationships/image" Target="../media/image154.png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6" Type="http://schemas.openxmlformats.org/officeDocument/2006/relationships/image" Target="../media/image156.png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8" Type="http://schemas.openxmlformats.org/officeDocument/2006/relationships/image" Target="../media/image158.png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0" Type="http://schemas.openxmlformats.org/officeDocument/2006/relationships/image" Target="../media/image160.png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2" Type="http://schemas.openxmlformats.org/officeDocument/2006/relationships/image" Target="../media/image162.png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4" Type="http://schemas.openxmlformats.org/officeDocument/2006/relationships/image" Target="../media/image164.png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6" Type="http://schemas.openxmlformats.org/officeDocument/2006/relationships/image" Target="../media/image166.png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8" Type="http://schemas.openxmlformats.org/officeDocument/2006/relationships/image" Target="../media/image168.png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0" Type="http://schemas.openxmlformats.org/officeDocument/2006/relationships/image" Target="../media/image170.png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2" Type="http://schemas.openxmlformats.org/officeDocument/2006/relationships/image" Target="../media/image172.png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4" Type="http://schemas.openxmlformats.org/officeDocument/2006/relationships/image" Target="../media/image174.png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6" Type="http://schemas.openxmlformats.org/officeDocument/2006/relationships/image" Target="../media/image176.png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8" Type="http://schemas.openxmlformats.org/officeDocument/2006/relationships/image" Target="../media/image178.png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0" Type="http://schemas.openxmlformats.org/officeDocument/2006/relationships/image" Target="../media/image180.png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2" Type="http://schemas.openxmlformats.org/officeDocument/2006/relationships/image" Target="../media/image182.png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4" Type="http://schemas.openxmlformats.org/officeDocument/2006/relationships/image" Target="../media/image184.png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6" Type="http://schemas.openxmlformats.org/officeDocument/2006/relationships/image" Target="../media/image186.png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8" Type="http://schemas.openxmlformats.org/officeDocument/2006/relationships/image" Target="../media/image188.png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0" Type="http://schemas.openxmlformats.org/officeDocument/2006/relationships/image" Target="../media/image190.png"/><Relationship Id="rId192" Type="http://schemas.openxmlformats.org/officeDocument/2006/relationships/image" Target="../media/image192.png"/><Relationship Id="rId193" Type="http://schemas.openxmlformats.org/officeDocument/2006/relationships/hyperlink" TargetMode="External" Target="http://www.apache.org/licenses/LICENSE-2.0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4" Type="http://schemas.openxmlformats.org/officeDocument/2006/relationships/image" Target="../media/image194.png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6" Type="http://schemas.openxmlformats.org/officeDocument/2006/relationships/image" Target="../media/image196.png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8" Type="http://schemas.openxmlformats.org/officeDocument/2006/relationships/image" Target="../media/image198.png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0" Type="http://schemas.openxmlformats.org/officeDocument/2006/relationships/image" Target="../media/image200.png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2" Type="http://schemas.openxmlformats.org/officeDocument/2006/relationships/image" Target="../media/image202.png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4" Type="http://schemas.openxmlformats.org/officeDocument/2006/relationships/image" Target="../media/image204.png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6" Type="http://schemas.openxmlformats.org/officeDocument/2006/relationships/image" Target="../media/image206.png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8" Type="http://schemas.openxmlformats.org/officeDocument/2006/relationships/image" Target="../media/image208.png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0" Type="http://schemas.openxmlformats.org/officeDocument/2006/relationships/image" Target="../media/image210.png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12.png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4" Type="http://schemas.openxmlformats.org/officeDocument/2006/relationships/image" Target="../media/image214.png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6" Type="http://schemas.openxmlformats.org/officeDocument/2006/relationships/image" Target="../media/image216.png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8" Type="http://schemas.openxmlformats.org/officeDocument/2006/relationships/image" Target="../media/image218.png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0" Type="http://schemas.openxmlformats.org/officeDocument/2006/relationships/image" Target="../media/image220.png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2" Type="http://schemas.openxmlformats.org/officeDocument/2006/relationships/image" Target="../media/image222.png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4" Type="http://schemas.openxmlformats.org/officeDocument/2006/relationships/image" Target="../media/image224.png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6" Type="http://schemas.openxmlformats.org/officeDocument/2006/relationships/image" Target="../media/image226.png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8" Type="http://schemas.openxmlformats.org/officeDocument/2006/relationships/image" Target="../media/image228.png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0" Type="http://schemas.openxmlformats.org/officeDocument/2006/relationships/image" Target="../media/image230.png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2" Type="http://schemas.openxmlformats.org/officeDocument/2006/relationships/image" Target="../media/image232.png"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4" Type="http://schemas.openxmlformats.org/officeDocument/2006/relationships/image" Target="../media/image234.png"/></Relationships>
</file>

<file path=ppt/slides/_rels/slide1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6" Type="http://schemas.openxmlformats.org/officeDocument/2006/relationships/image" Target="../media/image236.png"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8" Type="http://schemas.openxmlformats.org/officeDocument/2006/relationships/image" Target="../media/image238.png"/></Relationships>
</file>

<file path=ppt/slides/_rels/slide1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0" Type="http://schemas.openxmlformats.org/officeDocument/2006/relationships/image" Target="../media/image240.png"/></Relationships>
</file>

<file path=ppt/slides/_rels/slide1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2" Type="http://schemas.openxmlformats.org/officeDocument/2006/relationships/image" Target="../media/image242.png"/></Relationships>
</file>

<file path=ppt/slides/_rels/slide1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4" Type="http://schemas.openxmlformats.org/officeDocument/2006/relationships/image" Target="../media/image244.png"/></Relationships>
</file>

<file path=ppt/slides/_rels/slide1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6" Type="http://schemas.openxmlformats.org/officeDocument/2006/relationships/image" Target="../media/image246.png"/></Relationships>
</file>

<file path=ppt/slides/_rels/slide1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8" Type="http://schemas.openxmlformats.org/officeDocument/2006/relationships/image" Target="../media/image248.png"/></Relationships>
</file>

<file path=ppt/slides/_rels/slide1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0" Type="http://schemas.openxmlformats.org/officeDocument/2006/relationships/image" Target="../media/image250.png"/></Relationships>
</file>

<file path=ppt/slides/_rels/slide1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2" Type="http://schemas.openxmlformats.org/officeDocument/2006/relationships/image" Target="../media/image252.png"/></Relationships>
</file>

<file path=ppt/slides/_rels/slide1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4" Type="http://schemas.openxmlformats.org/officeDocument/2006/relationships/image" Target="../media/image254.png"/></Relationships>
</file>

<file path=ppt/slides/_rels/slide1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6" Type="http://schemas.openxmlformats.org/officeDocument/2006/relationships/image" Target="../media/image256.png"/></Relationships>
</file>

<file path=ppt/slides/_rels/slide1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8" Type="http://schemas.openxmlformats.org/officeDocument/2006/relationships/image" Target="../media/image258.png"/></Relationships>
</file>

<file path=ppt/slides/_rels/slide1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0" Type="http://schemas.openxmlformats.org/officeDocument/2006/relationships/image" Target="../media/image26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</a:t>
            </a:r>
            <a:r>
              <a:rPr lang="en-US" sz="3700">
                <a:solidFill>
                  <a:srgbClr val="252525"/>
                </a:solidFill>
              </a:rPr>
              <a:t>ebpackJsonp([1],[</a:t>
            </a:r>
          </a:p>
          <a:p>
            <a:r>
              <a:rPr lang="en-US" sz="3700">
                <a:solidFill>
                  <a:srgbClr val="252525"/>
                </a:solidFill>
              </a:rPr>
              <a:t>/* 0 */,</a:t>
            </a:r>
          </a:p>
          <a:p>
            <a:r>
              <a:rPr lang="en-US" sz="3700">
                <a:solidFill>
                  <a:srgbClr val="252525"/>
                </a:solidFill>
              </a:rPr>
              <a:t>/* 1 */,</a:t>
            </a:r>
          </a:p>
          <a:p>
            <a:r>
              <a:rPr lang="en-US" sz="3700">
                <a:solidFill>
                  <a:srgbClr val="252525"/>
                </a:solidFill>
              </a:rPr>
              <a:t>/* 2 */,</a:t>
            </a:r>
          </a:p>
          <a:p>
            <a:r>
              <a:rPr lang="en-US" sz="3700">
                <a:solidFill>
                  <a:srgbClr val="252525"/>
                </a:solidFill>
              </a:rPr>
              <a:t>/* 3 */,</a:t>
            </a:r>
          </a:p>
          <a:p>
            <a:r>
              <a:rPr lang="en-US" sz="3700">
                <a:solidFill>
                  <a:srgbClr val="252525"/>
                </a:solidFill>
              </a:rPr>
              <a:t>/* 4 */,</a:t>
            </a:r>
          </a:p>
          <a:p>
            <a:r>
              <a:rPr lang="en-US" sz="3700">
                <a:solidFill>
                  <a:srgbClr val="252525"/>
                </a:solidFill>
              </a:rPr>
              <a:t>/* 5 */,</a:t>
            </a:r>
          </a:p>
          <a:p>
            <a:r>
              <a:rPr lang="en-US" sz="3700">
                <a:solidFill>
                  <a:srgbClr val="252525"/>
                </a:solidFill>
              </a:rPr>
              <a:t>/* 6 */,</a:t>
            </a:r>
          </a:p>
          <a:p>
            <a:r>
              <a:rPr lang="en-US" sz="3700">
                <a:solidFill>
                  <a:srgbClr val="252525"/>
                </a:solidFill>
              </a:rPr>
              <a:t>/* 7 */,</a:t>
            </a:r>
          </a:p>
          <a:p>
            <a:r>
              <a:rPr lang="en-US" sz="3700">
                <a:solidFill>
                  <a:srgbClr val="252525"/>
                </a:solidFill>
              </a:rPr>
              <a:t>/* 8 */,</a:t>
            </a:r>
          </a:p>
          <a:p>
            <a:r>
              <a:rPr lang="en-US" sz="3700">
                <a:solidFill>
                  <a:srgbClr val="252525"/>
                </a:solidFill>
              </a:rPr>
              <a:t>/* 9 */,</a:t>
            </a:r>
          </a:p>
          <a:p>
            <a:r>
              <a:rPr lang="en-US" sz="3700">
                <a:solidFill>
                  <a:srgbClr val="252525"/>
                </a:solidFill>
              </a:rPr>
              <a:t>/* 10 */,</a:t>
            </a:r>
          </a:p>
          <a:p>
            <a:r>
              <a:rPr lang="en-US" sz="3700">
                <a:solidFill>
                  <a:srgbClr val="252525"/>
                </a:solidFill>
              </a:rPr>
              <a:t>/* 11 */,</a:t>
            </a:r>
          </a:p>
          <a:p>
            <a:r>
              <a:rPr lang="en-US" sz="3700">
                <a:solidFill>
                  <a:srgbClr val="252525"/>
                </a:solidFill>
              </a:rPr>
              <a:t>/* 12 */,</a:t>
            </a:r>
          </a:p>
          <a:p>
            <a:r>
              <a:rPr lang="en-US" sz="3700">
                <a:solidFill>
                  <a:srgbClr val="252525"/>
                </a:solidFill>
              </a:rPr>
              <a:t>/* 13 */,</a:t>
            </a:r>
          </a:p>
          <a:p>
            <a:r>
              <a:rPr lang="en-US" sz="3700">
                <a:solidFill>
                  <a:srgbClr val="252525"/>
                </a:solidFill>
              </a:rPr>
              <a:t>/* 14 */</a:t>
            </a:r>
          </a:p>
          <a:p>
            <a:r>
              <a:rPr lang="en-US" sz="3700">
                <a:solidFill>
                  <a:srgbClr val="252525"/>
                </a:solidFill>
              </a:rPr>
              <a:t>/***/ (function(module, exports, __webpack_require__) {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	eval("'use strict';\n\nvar _Magenta = __webpack_require__(15);\n\nvar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" id="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_Keyboard = __webpack_require__(17);\n\nvar _Midi = __webpack_require__(36);\n\nvar _Sound = __webpack_require__(38);\n\nvar _Controls = __webpack_require__(79);\n\nvar _Glow = __webpack_require__(82);\n\nvar _Splash = __webpack_require__(85);\n\nvar _About = __webpack_require__(88);\n\nvar _Status = __webpack_require__(91);\n\n__webpack_require__(94);\n\nvar _Tone = __webpack_require__(19);\n\nvar _Tone2 = _interopRequireDefault(_Tone);\n\nfunction _interopRequireDefault(obj) { return obj &amp;&amp; obj.__esModule ? obj : { default: obj }; }\n\n/////////////// SPLASH ///////////////////\n\nvar about = new _About.About(document.body); /**\n                                              * Copyright 2016 Google Inc.\n                                              *\n                                              * Licensed under the Apache License, Version 2.0 (the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" id="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\"License\");\n                                              * you may not use this file except in compliance with the License.\n                                              * You may obtain a copy of the License at\n                                              *\n                                              *     </a:t>
            </a:r>
            <a:r>
              <a:rPr lang="en-US" sz="3700">
                <a:solidFill>
                  <a:srgbClr val="252525"/>
                </a:solidFill>
              </a:rPr>
              <a:t>\n                                              *\n                                              * Unless required by applicable law or agreed to in writing, software\n                                              * distributed under the License is distributed on an \"AS IS\" BASIS,\n                                              * WITHOUT WARRANTIES OR CONDITIONS OF ANY KIND, either express or implied.\n                                              * See the License for the specific language governing permissions and\n                                              * limitations under the License.</a:t>
            </a:r>
          </a:p>
        </p:txBody>
      </p:sp>
      <p:pic>
        <p:nvPicPr>
          <p:cNvPr name="Picture 8" id="8">
            <a:hlinkClick r:id="rId9"/>
          </p:cNvPr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6451600" y="4864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\n                                              */\n\nvar splash = new _Splash.Splash(document.body);\n\nsplash.on('click', function () {\n  keyboard.activate();\n  about.showButton();\n});\nsplash.on('about', function () {\n  about.open(true);\n});\nabout.on('close', function () {\n  if (!splash.loaded || splash.isOpen()) {\n    splash.show();\n  } else {\n    keyboard.activate();\n  }\n});\nabout.on('open', function () {\n  keyboard.deactivate();\n  if (splash.isOpen()) {\n    splash.hide();\n  }\n});\n\n/////////////// PIANO ///////////////////\n\nvar container = document.createElement('div');\ncontainer.id = 'container';\ndocument.body.appendChild(container);\n\nvar status = new _Status.Status(container);\n\nvar magenta = new _Magenta.Magenta(status);\nvar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" id="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<![CDATA[midi = new _Midi.Midi(magenta);\nvar glow = new _Glow.Glow(container);\nvar keyboard = new _Keyboard.Keyboard(container, midi, magenta, status);\nvar controls = new _Controls.Controls(container, magenta, keyboard);\n\nmagenta.on('active', function () {\n  controls.reset();\n});\n\nvar sound = new _Sound.Sound();\nsound.load();\n\nvar isShifted = false;\ndocument.body.addEventListener('keydown', function (e) {\n  if (e.keyCode == 16) {\n    isShifted = true;\n  }\n}, true);\ndocument.body.addEventListener('keyup', function (e) {\n  if (e.keyCode == 16) {\n    isShifted = false;\n  } else if (isShifted && e.keyCode >= 48 && e.keyCode <= 56) {\n    // SHIFT + 0-8\n    controls.setCallBars(e.keyCode - 48);\n  } else if (e.keyCode >= 48 && e.keyCode <= 56) {\n    // 0-8\n    ]]>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" id="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controls.setResponseBars(e.keyCode - 48);\n  } else if (e.keyCode == 37) {\n    // Left arrow\n    controls.adjustModelIndex(-1);\n  } else if (e.keyCode == 39) {\n    // Right arrow\n    controls.adjustModelIndex(1);\n  } else if (e.keyCode == 32) {\n    // Space bar\n    controls.toggleLoop();\n  } else if (e.keyCode == 77) {\n    // M\n    controls.triggerMutate();\n  } else if (e.keyCode == 38) {\n    // Up arrow\n    controls.adjustTemperature(2);\n  } else if (e.keyCode == 40) {\n    // Down arrow\n    controls.adjustTemperature(-2);\n  } else if (e.keyCode == 8) {\n    // Backspace/Delete\n    controls.triggerPanic();\n  } else if (e.keyCode == 81) {\n    // Q\n    controls.toggleInstrument();\n  } else if (e.keyCode == 90) {\n    // Z\n    controls.toggleMetronome();\n  } else if (e.keyCode == 88) {\n    // S\n    controls.toggleSolo();\n  }\n}, true);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" id="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<![CDATA[\n\nkeyboard.on('keyDown', function (note, time) {\n  var ai = arguments.length > 2 && arguments[2] !== undefined ? arguments[2] : false;\n  var drum = arguments.length > 3 && arguments[3] !== undefined ? arguments[3] : false;\n\n  sound.keyDown(note, time, ai, drum);\n  if (ai) {\n    glow.user();\n  }{\n    glow.ai();\n  }\n});\n\nkeyboard.on('keyUp', function (note, time) {\n  var ai = arguments.length > 2 && arguments[2] !== undefined ? arguments[2] : false;\n  var drum = arguments.length > 3 && arguments[3] !== undefined ? arguments[3] : false;\n\n  sound.keyUp(note, time, ai, drum);\n  if (ai) {\n    glow.user();\n  }{\n    glow.ai();\n  }\n});\n\nmidi.on('metronomeTick', function (note) {\n  if (note == 1) {\n    status.setMetronome(0);\n  } else {\n    status.incrementMetronome();\n  }\n  if (controls.metronomeEnabled()) {\n    ]]>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" id="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sound.metronomeTick(note);\n  }\n});\n//# sourceMappingURL=data:application/json;charset=utf-8;base64,eyJ2ZXJzaW9uIjozLCJzb3VyY2VzIjpbIndlYnBhY2s6Ly8vLi9zcmMvTWFpbi5qcz85NDkyIl0sIm5hbWVzIjpbImFib3V0IiwiZG9jdW1lbnQiLCJib2R5Iiwic3BsYXNoIiwib24iLCJrZXlib2FyZCIsImFjdGl2YXRlIiwic2hvd0J1dHRvbiIsIm9wZW4iLCJsb2FkZWQiLCJpc09wZW4iLCJzaG93IiwiZGVhY3RpdmF0ZSIsImhpZGUiLCJjb250YWluZXIiLCJjcmVhdGVFbGVtZW50IiwiaWQiLCJhcHBlbmRDaGlsZCIsInN0YXR1cyIsIm1hZ2VudGEiLCJtaWRpIiwiZ2xvdyIsImNvbnRyb2xzIiwicmVzZXQiLCJzb3VuZCIsImxvYWQiLCJpc1NoaWZ0ZWQiLCJhZGRFdmVudExpc3RlbmVyIiwiZSIsImtleUNvZGUiLCJzZXRDYWxsQmFycyIsInNldFJlc3BvbnNlQmFycyIsImFkanVzdE1vZGVsSW5kZXgiLCJ0b2dnbGVMb29wIiwidHJpZ2dlck11dGF0ZSIsImFkanVzdFRlbXBlcmF0dXJlIiwidHJpZ2dlclBhbmljIiwidG9nZ2xlSW5zdHJ1bWVudCIsInRvZ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" id="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2dsZU1ldHJvbm9tZSIsInRvZ2dsZVNvbG8iLCJub3RlIiwidGltZSIsImFpIiwiZHJ1bSIsImtleURvd24iLCJ1c2VyIiwia2V5VXAiLCJzZXRNZXRyb25vbWUiLCJpbmNyZW1lbnRNZXRyb25vbWUiLCJtZXRyb25vbWVFbmFibGVkIiwibWV0cm9ub21lVGljayJdLCJtYXBwaW5ncyI6Ijs7QUFnQkE7O0FBQ0E7O0FBQ0E7O0FBQ0E7O0FBQ0E7O0FBQ0E7O0FBQ0E7O0FBQ0E7O0FBQ0E7O0FBQ0E7O0FBQ0E7Ozs7OztBQUNBOztBQUVBLElBQU1BLFFBQVEsaUJBQVVDLFNBQVNDLElBQW5CLENBQWQsQyxDQTdCQTs7Ozs7Ozs7Ozs7Ozs7OztBQThCQSxJQUFNQyxTQUFTLG1CQUFXRixTQUFTQyxJQUFwQixDQUFmOztBQUVBQyxPQUFPQyxFQUFQLENBQVUsT0FBVixFQUFtQixZQUFNO0FBQ3hCQyxXQUFTQyxRQUFUO0FBQ0FOLFFBQU1PLFVBQU47QUFDQSxDQUhEO0FBSUFKLE9BQU9DLEVBQVAsQ0FBVSxPQUFWLEVBQW1CLFlBQU07QUFDeEJKLFFBQU1RLElBQU4sQ0FBVyxJQUFYO0FBQ0EsQ0FGRDtBQUdBUixNQUFNSSx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" id="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QUFOLENBQVMsT0FBVCxFQUFrQixZQUFNO0FBQ3ZCLE1BQUksQ0FBQ0QsT0FBT00sTUFBUixJQUFrQk4sT0FBT08sTUFBUCxFQUF0QixFQUFzQztBQUNyQ1AsV0FBT1EsSUFBUDtBQUNBLEdBRkQsTUFFTztBQUNOTixhQUFTQyxRQUFUO0FBQ0E7QUFDRCxDQU5EO0FBT0FOLE1BQU1JLEVBQU4sQ0FBUyxNQUFULEVBQWlCLFlBQU07QUFDdEJDLFdBQVNPLFVBQVQ7QUFDQSxNQUFJVCxPQUFPTyxNQUFQLEVBQUosRUFBb0I7QUFDbkJQLFdBQU9VLElBQVA7QUFDQTtBQUNELENBTEQ7O0FBUUE7O0FBRUEsSUFBTUMsWUFBWWIsU0FBU2MsYUFBVCxDQUF1QixLQUF2QixDQUFsQjtBQUNBRCxVQUFVRSxFQUFWLEdBQWUsV0FBZjtBQUNBZixTQUFTQyxJQUFULENBQWNlLFdBQWQsQ0FBMEJILFNBQTFCOztBQUVBLElBQU1JLFNBQVMsbUJBQVdKLFNBQVgsQ0FBZjs7QUFFQSxJQUFNSyxVQUFVLHFCQUFZRCxNQUFaLENBQWhCO0FBQ0EsSUFBTUUsT0FBTyxlQUFTRCxPQUFULENBQWI7QUFDQSxJQUF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" id="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SxPQUFPLGVBQVNQLFNBQVQsQ0FBYjtBQUNBLElBQU1ULFdBQVcsdUJBQWFTLFNBQWIsRUFBd0JNLElBQXhCLEVBQThCRCxPQUE5QixFQUF1Q0QsTUFBdkMsQ0FBakI7QUFDQSxJQUFNSSxXQUFXLHVCQUFhUixTQUFiLEVBQXdCSyxPQUF4QixFQUFpQ2QsUUFBakMsQ0FBakI7O0FBRUFjLFFBQVFmLEVBQVIsQ0FBVyxRQUFYLEVBQXFCLFlBQU07QUFBQ2tCLFdBQVNDLEtBQVQ7QUFBaUIsQ0FBN0M7O0FBRUEsSUFBTUMsUUFBUSxrQkFBZDtBQUNBQSxNQUFNQyxJQUFOOztBQUVBLElBQUlDLFlBQVksS0FBaEI7QUFDQXpCLFNBQVNDLElBQVQsQ0FBY3lCLGdCQUFkLENBQStCLFNBQS9CLEVBQTBDLFVBQUNDLENBQUQsRUFBTztBQUMvQyxNQUFJQSxFQUFFQyxPQUFGLElBQWEsRUFBakIsRUFBcUI7QUFDcEJILGdCQUFZLElBQVo7QUFDQTtBQUNGLENBSkQsRUFJRyxJQUpIO0FBS0F6QixTQUFTQyxJQUFULENBQWN5QixnQkFBZCxDQUErQixPQUEvQixFQUF3QyxVQUFDQyxDQUFELEVBQU87QUFDN0MsTU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" id="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BSUEsRUFBRUMsT0FBRixJQUFhLEVBQWpCLEVBQXFCO0FBQ3BCSCxnQkFBWSxLQUFaO0FBQ0EsR0FGRCxNQUVPLElBQUlBLGFBQWFFLEVBQUVDLE9BQUYsSUFBYSxFQUExQixJQUFnQ0QsRUFBRUMsT0FBRixJQUFhLEVBQWpELEVBQXFEO0FBQUc7QUFDM0RQLGFBQVNRLFdBQVQsQ0FBcUJGLEVBQUVDLE9BQUYsR0FBWSxFQUFqQztBQUNILEdBRk0sTUFFQSxJQUFJRCxFQUFFQyxPQUFGLElBQWEsRUFBYixJQUFtQkQsRUFBRUMsT0FBRixJQUFhLEVBQXBDLEVBQXdDO0FBQUc7QUFDOUNQLGFBQVNTLGVBQVQsQ0FBeUJILEVBQUVDLE9BQUYsR0FBWSxFQUFyQztBQUNELEdBRkksTUFFRSxJQUFJRCxFQUFFQyxPQUFGLElBQWEsRUFBakIsRUFBcUI7QUFBRztBQUM5QlAsYUFBU1UsZ0JBQVQsQ0FBMEIsQ0FBQyxDQUEzQjtBQUNBLEdBRk0sTUFFQSxJQUFJSixFQUFFQyxPQUFGLElBQWEsRUFBakIsRUFBcUI7QUFBRztBQUM5QlAsYUFBU1UsZ0JBQVQsQ0FBMEIsQ0FBMUI7QUFDQSxHQUZNLE1BRU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" id="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sSUFBSUosRUFBRUMsT0FBRixJQUFhLEVBQWpCLEVBQXFCO0FBQUc7QUFDOUJQLGFBQVNXLFVBQVQ7QUFDQSxHQUZNLE1BRUEsSUFBSUwsRUFBRUMsT0FBRixJQUFhLEVBQWpCLEVBQXFCO0FBQUc7QUFDOUJQLGFBQVNZLGFBQVQ7QUFDQSxHQUZNLE1BRUEsSUFBSU4sRUFBRUMsT0FBRixJQUFhLEVBQWpCLEVBQXFCO0FBQUc7QUFDOUJQLGFBQVNhLGlCQUFULENBQTJCLENBQTNCO0FBQ0EsR0FGTSxNQUVBLElBQUlQLEVBQUVDLE9BQUYsSUFBYSxFQUFqQixFQUFxQjtBQUFHO0FBQzlCUCxhQUFTYSxpQkFBVCxDQUEyQixDQUFDLENBQTVCO0FBQ0EsR0FGTSxNQUVBLElBQUlQLEVBQUVDLE9BQUYsSUFBYSxDQUFqQixFQUFvQjtBQUFHO0FBQzdCUCxhQUFTYyxZQUFUO0FBQ0EsR0FGTSxNQUVBLElBQUlSLEVBQUVDLE9BQUYsSUFBYSxFQUFqQixFQUFxQjtBQUFHO0FBQzlCUCxhQUFTZSxnQkFBVDtBQUNBLEdBRk0sTUFFQSxJQUFJVCxFQUFFQyxPQUFGLElBQWEsRUFBakIsRUFBcUI7Q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" id="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UFBRztBQUM5QlAsYUFBU2dCLGVBQVQ7QUFDQSxHQUZNLE1BRUEsSUFBSVYsRUFBRUMsT0FBRixJQUFhLEVBQWpCLEVBQXFCO0FBQUc7QUFDOUJQLGFBQVNpQixVQUFUO0FBQ0E7QUFDSixDQTVCRCxFQTRCRyxJQTVCSDs7QUE4QkFsQyxTQUFTRCxFQUFULENBQVksU0FBWixFQUF1QixVQUFDb0MsSUFBRCxFQUFPQyxJQUFQLEVBQXNDO0FBQUEsTUFBekJDLEVBQXlCLHVFQUF0QixLQUFzQjtBQUFBLE1BQWZDLElBQWUsdUVBQVYsS0FBVTs7QUFDNURuQixRQUFNb0IsT0FBTixDQUFjSixJQUFkLEVBQW9CQyxJQUFwQixFQUEwQkMsRUFBMUIsRUFBOEJDLElBQTlCO0FBQ0EsTUFBSUQsRUFBSixFQUFRO0FBQ1ByQixTQUFLd0IsSUFBTDtBQUNBLEdBQUM7QUFDRHhCLFNBQUtxQixFQUFMO0FBQ0E7QUFDRCxDQVBEOztBQVNBckMsU0FBU0QsRUFBVCxDQUFZLE9BQVosRUFBcUIsVUFBQ29DLElBQUQsRUFBT0MsSUFBUCxFQUFzQztBQUFBLE1BQXpCQyxFQUF5Qix1RUFBdEIsS0FBc0I7QUFBQSx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" id="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QUFmQyxJQUFlLHVFQUFWLEtBQVU7O0FBQzFEbkIsUUFBTXNCLEtBQU4sQ0FBWU4sSUFBWixFQUFrQkMsSUFBbEIsRUFBd0JDLEVBQXhCLEVBQTRCQyxJQUE1QjtBQUNBLE1BQUlELEVBQUosRUFBUTtBQUNQckIsU0FBS3dCLElBQUw7QUFDQSxHQUFDO0FBQ0R4QixTQUFLcUIsRUFBTDtBQUNBO0FBQ0QsQ0FQRDs7QUFTQXRCLEtBQUtoQixFQUFMLENBQVEsZUFBUixFQUF5QixVQUFDb0MsSUFBRCxFQUFVO0FBQ2pDLE1BQUlBLFFBQVEsQ0FBWixFQUFlO0FBQ2J0QixXQUFPNkIsWUFBUCxDQUFvQixDQUFwQjtBQUNELEdBRkQsTUFFTztBQUNMN0IsV0FBTzhCLGtCQUFQO0FBQ0Q7QUFDRCxNQUFJMUIsU0FBUzJCLGdCQUFULEVBQUosRUFBaUM7QUFDL0J6QixVQUFNMEIsYUFBTixDQUFvQlYsSUFBcEI7QUFDRDtBQUNGLENBVEQiLCJmaWxlIjoiMTQuanMiLCJzb3VyY2VzQ29udGVudCI6WyIvKipcbiAqIENvcHlyaWdodCAyMDE2IEdvb2dsZSBJbmMuXG4gKlxuICogTGljZW5zZWQgdW5kZXIgdGhlIEFwYW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" id="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ZSBMaWNlbnNlLCBWZXJzaW9uIDIuMCAodGhlIFwiTGljZW5zZVwiKTtcbiAqIHlvdSBtYXkgbm90IHVzZSB0aGlzIGZpbGUgZXhjZXB0IGluIGNvbXBsaWFuY2Ugd2l0aCB0aGUgTGljZW5zZS5cbiAqIFlvdSBtYXkgb2J0YWluIGEgY29weSBvZiB0aGUgTGljZW5zZSBhdFxuICpcbiAqICAgICBodHRwOi8vd3d3LmFwYWNoZS5vcmcvbGljZW5zZXMvTElDRU5TRS0yLjBcbiAqXG4gKiBVbmxlc3MgcmVxdWlyZWQgYnkgYXBwbGljYWJsZSBsYXcgb3IgYWdyZWVkIHRvIGluIHdyaXRpbmcsIHNvZnR3YXJlXG4gKiBkaXN0cmlidXRlZCB1bmRlciB0aGUgTGljZW5zZSBpcyBkaXN0cmlidXRlZCBvbiBhbiBcIkFTIElTXCIgQkFTSVMsXG4gKiBXSVRIT1VUIFdBUlJBTlRJRVMgT1IgQ09ORElUSU9OUyBPRiBBTlkgS0lORCwgZWl0aGVyIGV4cHJlc3Mgb3IgaW1wbGllZC5cbiAqIFNlZSB0aGUgTGljZW5zZSBmb3IgdGhlIHNwZWNpZmljIGxhbmd1YWdlIGdvdmVybmluZyBwZXJtaXNzaW9ucyBhbmRcbiAqIGxpbWl0YXRpb25zIHVuZGVyIHRoZSBM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" id="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WNlbnNlLlxuICovXG5cbmltcG9ydCB7TWFnZW50YX0gZnJvbSAnYWkvTWFnZW50YSdcbmltcG9ydCB7S2V5Ym9hcmR9IGZyb20gJ2tleWJvYXJkL0tleWJvYXJkJ1xuaW1wb3J0IHtNaWRpfSBmcm9tICdrZXlib2FyZC9NaWRpJ1xuaW1wb3J0IHtTb3VuZH0gZnJvbSAnc291bmQvU291bmQnXG5pbXBvcnQge0NvbnRyb2xzfSBmcm9tICdpbnRlcmZhY2UvQ29udHJvbHMnXG5pbXBvcnQge0dsb3d9IGZyb20gJ2ludGVyZmFjZS9HbG93J1xuaW1wb3J0IHtTcGxhc2h9IGZyb20gJ2ludGVyZmFjZS9TcGxhc2gnXG5pbXBvcnQge0Fib3V0fSBmcm9tICdpbnRlcmZhY2UvQWJvdXQnXG5pbXBvcnQge1N0YXR1c30gZnJvbSAnaW50ZXJmYWNlL1N0YXR1cydcbmltcG9ydCAnYmFiZWwtcG9seWZpbGwnXG5pbXBvcnQgVG9uZSBmcm9tICdUb25lL2NvcmUvVG9uZSdcbi8vLy8vLy8vLy8vLy8vLyBTUExBU0ggLy8vLy8vLy8vLy8vLy8vLy8vL1xuXG5jb25zdCBhYm91dCA9IG5ldyBBYm91dChkb2N1bWVudC5ib2R5KVxuY29uc3Qgc3BsYX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" id="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NoID0gbmV3IFNwbGFzaChkb2N1bWVudC5ib2R5KVxuXG5zcGxhc2gub24oJ2NsaWNrJywgKCkgPT4ge1xuXHRrZXlib2FyZC5hY3RpdmF0ZSgpXG5cdGFib3V0LnNob3dCdXR0b24oKVxufSlcbnNwbGFzaC5vbignYWJvdXQnLCAoKSA9PiB7XG5cdGFib3V0Lm9wZW4odHJ1ZSlcbn0pXG5hYm91dC5vbignY2xvc2UnLCAoKSA9PiB7XG5cdGlmICghc3BsYXNoLmxvYWRlZCB8fCBzcGxhc2guaXNPcGVuKCkpe1xuXHRcdHNwbGFzaC5zaG93KClcblx0fSBlbHNlIHtcblx0XHRrZXlib2FyZC5hY3RpdmF0ZSgpXG5cdH1cbn0pXG5hYm91dC5vbignb3BlbicsICgpID0+IHtcblx0a2V5Ym9hcmQuZGVhY3RpdmF0ZSgpXG5cdGlmIChzcGxhc2guaXNPcGVuKCkpe1xuXHRcdHNwbGFzaC5oaWRlKClcblx0fVxufSlcblxuXG4vLy8vLy8vLy8vLy8vLy8gUElBTk8gLy8vLy8vLy8vLy8vLy8vLy8vL1xuXG5jb25zdCBjb250YWluZXIgPSBkb2N1bWVudC5jcmVhdGVFbGVtZW50KCdkaXYnKVxuY29udGFpbmVyLmlkID0gJ2NvbnRhaW5lcidcbmRvY3VtZ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" id="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50LmJvZHkuYXBwZW5kQ2hpbGQoY29udGFpbmVyKVxuXG5jb25zdCBzdGF0dXMgPSBuZXcgU3RhdHVzKGNvbnRhaW5lcilcblxuY29uc3QgbWFnZW50YSA9IG5ldyBNYWdlbnRhKHN0YXR1cylcbmNvbnN0IG1pZGkgPSBuZXcgTWlkaShtYWdlbnRhKVxuY29uc3QgZ2xvdyA9IG5ldyBHbG93KGNvbnRhaW5lcilcbmNvbnN0IGtleWJvYXJkID0gbmV3IEtleWJvYXJkKGNvbnRhaW5lciwgbWlkaSwgbWFnZW50YSwgc3RhdHVzKVxuY29uc3QgY29udHJvbHMgPSBuZXcgQ29udHJvbHMoY29udGFpbmVyLCBtYWdlbnRhLCBrZXlib2FyZClcblxubWFnZW50YS5vbignYWN0aXZlJywgKCkgPT4ge2NvbnRyb2xzLnJlc2V0KCl9KVxuXG5jb25zdCBzb3VuZCA9IG5ldyBTb3VuZCgpXG5zb3VuZC5sb2FkKClcblxudmFyIGlzU2hpZnRlZCA9IGZhbHNlXG5kb2N1bWVudC5ib2R5LmFkZEV2ZW50TGlzdGVuZXIoJ2tleWRvd24nLCAoZSkgPT4ge1xuXHRcdGlmIChlLmtleUNvZGUgPT0gMTYpIHtcblx0XHRcdGlzU2hpZnRlZCA9IHRydWVcblx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" id="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XHR9XG59LCB0cnVlKVxuZG9jdW1lbnQuYm9keS5hZGRFdmVudExpc3RlbmVyKCdrZXl1cCcsIChlKSA9PiB7XG5cdFx0aWYgKGUua2V5Q29kZSA9PSAxNikge1xuXHRcdFx0aXNTaGlmdGVkID0gZmFsc2Vcblx0XHR9IGVsc2UgaWYgKGlzU2hpZnRlZCAmJiBlLmtleUNvZGUgPj0gNDggJiYgZS5rZXlDb2RlIDw9IDU2KSB7ICAvLyBTSElGVCArIDAtOFxuICAgICAgY29udHJvbHMuc2V0Q2FsbEJhcnMoZS5rZXlDb2RlIC0gNDgpXG5cdFx0fSBlbHNlIGlmIChlLmtleUNvZGUgPj0gNDggJiYgZS5rZXlDb2RlIDw9IDU2KSB7ICAvLyAwLThcbiAgICAgIGNvbnRyb2xzLnNldFJlc3BvbnNlQmFycyhlLmtleUNvZGUgLSA0OClcbiAgICB9IGVsc2UgaWYgKGUua2V5Q29kZSA9PSAzNykgeyAgLy8gTGVmdCBhcnJvd1xuICAgIFx0Y29udHJvbHMuYWRqdXN0TW9kZWxJbmRleCgtMSlcbiAgICB9IGVsc2UgaWYgKGUua2V5Q29kZSA9PSAzOSkgeyAgLy8gUmlnaHQgYXJyb3dcbiAgICBcdGNvbnRyb2xzLmFkanVzdE1vZGVsSW5kZXgoMSlcbiAgIC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4" id="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B9IGVsc2UgaWYgKGUua2V5Q29kZSA9PSAzMikgeyAgLy8gU3BhY2UgYmFyXG4gICAgXHRjb250cm9scy50b2dnbGVMb29wKClcbiAgICB9IGVsc2UgaWYgKGUua2V5Q29kZSA9PSA3NykgeyAgLy8gTVxuICAgIFx0Y29udHJvbHMudHJpZ2dlck11dGF0ZSgpXG4gICAgfSBlbHNlIGlmIChlLmtleUNvZGUgPT0gMzgpIHsgIC8vIFVwIGFycm93XG4gICAgXHRjb250cm9scy5hZGp1c3RUZW1wZXJhdHVyZSgyKVxuICAgIH0gZWxzZSBpZiAoZS5rZXlDb2RlID09IDQwKSB7ICAvLyBEb3duIGFycm93XG4gICAgXHRjb250cm9scy5hZGp1c3RUZW1wZXJhdHVyZSgtMilcbiAgICB9IGVsc2UgaWYgKGUua2V5Q29kZSA9PSA4KSB7ICAvLyBCYWNrc3BhY2UvRGVsZXRlXG4gICAgXHRjb250cm9scy50cmlnZ2VyUGFuaWMoKVxuICAgIH0gZWxzZSBpZiAoZS5rZXlDb2RlID09IDgxKSB7ICAvLyBRXG4gICAgXHRjb250cm9scy50b2dnbGVJbnN0cnVtZW50KClcbiAgICB9IGVsc2UgaWYgKGUua2V5Q29kZSA9PSA5MCkgeyAgLy8gWlxuICAgIF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6" id="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x0Y29udHJvbHMudG9nZ2xlTWV0cm9ub21lKClcbiAgICB9IGVsc2UgaWYgKGUua2V5Q29kZSA9PSA4OCkgeyAgLy8gU1xuICAgIFx0Y29udHJvbHMudG9nZ2xlU29sbygpXG4gICAgfVxufSwgdHJ1ZSlcblxua2V5Ym9hcmQub24oJ2tleURvd24nLCAobm90ZSwgdGltZSwgYWk9ZmFsc2UsIGRydW09ZmFsc2UpID0+IHtcblx0c291bmQua2V5RG93bihub3RlLCB0aW1lLCBhaSwgZHJ1bSlcblx0aWYgKGFpKSB7XG5cdFx0Z2xvdy51c2VyKClcblx0fSB7XG5cdFx0Z2xvdy5haSgpXG5cdH1cbn0pXG5cbmtleWJvYXJkLm9uKCdrZXlVcCcsIChub3RlLCB0aW1lLCBhaT1mYWxzZSwgZHJ1bT1mYWxzZSkgPT4ge1xuXHRzb3VuZC5rZXlVcChub3RlLCB0aW1lLCBhaSwgZHJ1bSlcblx0aWYgKGFpKSB7XG5cdFx0Z2xvdy51c2VyKClcblx0fSB7XG5cdFx0Z2xvdy5haSgpXG5cdH1cbn0pXG5cbm1pZGkub24oJ21ldHJvbm9tZVRpY2snLCAobm90ZSkgPT4ge1xuICBpZiAobm90ZSA9PSAxKSB7XG4gICAgc3RhdHVzLnNldE1ldHJvbm9tZ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8" id="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gwKVxuICB9IGVsc2Uge1xuICAgIHN0YXR1cy5pbmNyZW1lbnRNZXRyb25vbWUoKVxuICB9XG4gIGlmIChjb250cm9scy5tZXRyb25vbWVFbmFibGVkKCkpIHtcbiAgICBzb3VuZC5tZXRyb25vbWVUaWNrKG5vdGUpXG4gIH1cbn0pXG5cblxuXG4vLyBXRUJQQUNLIEZPT1RFUiAvL1xuLy8gLi9zcmMvTWFpbi5qcyJdLCJzb3VyY2VSb290IjoiIn0=");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/***/ }),</a:t>
            </a:r>
          </a:p>
          <a:p>
            <a:r>
              <a:rPr lang="en-US" sz="3700">
                <a:solidFill>
                  <a:srgbClr val="252525"/>
                </a:solidFill>
              </a:rPr>
              <a:t>/* 15 */</a:t>
            </a:r>
          </a:p>
          <a:p>
            <a:r>
              <a:rPr lang="en-US" sz="3700">
                <a:solidFill>
                  <a:srgbClr val="252525"/>
                </a:solidFill>
              </a:rPr>
              <a:t>/***/ (function(module, exports, __webpack_require__) {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	eval("'use strict';\n\nObject.defineProperty(exports, \"__esModule\", {\n  value: true\n});\nexports.Magenta = undefined;\n\nvar _createClass = function () { function defineProperties(target, props) { for (var i = 0; i &lt; props.length; i++) { var descriptor =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0" id="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props[i]; descriptor.enumerable = descriptor.enumerable || false; descriptor.configurable = true; if (\"value\" in descriptor) descriptor.writable = true; Object.defineProperty(target, descriptor.key, descriptor); } } return function (Constructor, protoProps, staticProps) { if (protoProps) defineProperties(Constructor.prototype, protoProps); if (staticProps) defineProperties(Constructor, staticProps); return Constructor; }; }(); /**\n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Copyright 2017 Google Inc.\n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2" id="53"/>
          <p:cNvSpPr txBox="true"/>
          <p:nvPr/>
        </p:nvSpPr>
        <p:spPr>
          <a:xfrm>
            <a:off x="5930900" y="5118100"/>
            <a:ext cx="11887200" cy="119380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Licensed under the Apache License, Version 2.0 (the \"License\");\n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4" id="55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                                                                                                                  * you may not use this file except in compliance with the License.\n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You may obtain a copy of the License at\n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*\n                                             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6" id="57"/>
          <p:cNvSpPr txBox="true"/>
          <p:nvPr/>
        </p:nvSpPr>
        <p:spPr>
          <a:xfrm>
            <a:off x="5930900" y="4368800"/>
            <a:ext cx="11887200" cy="12687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    </a:t>
            </a:r>
            <a:r>
              <a:rPr lang="en-US" sz="3700">
                <a:solidFill>
                  <a:srgbClr val="252525"/>
                </a:solidFill>
              </a:rPr>
              <a:t>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name="Picture 58" id="58">
            <a:hlinkClick r:id="rId59"/>
          </p:cNvPr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>
            <a:off x="6451600" y="56261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0" id="61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* Unless required by applicable law or agreed to in writing, software\n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distributed under the License is distributed on an \"AS IS\" BASIS,\n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2" id="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* WITHOUT WARRANTIES OR CONDITIONS OF ANY KIND, either express or implied.\n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See the License for the specific language governing permissions and\n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limitations under the License.\n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4" id="65"/>
          <p:cNvSpPr txBox="true"/>
          <p:nvPr/>
        </p:nvSpPr>
        <p:spPr>
          <a:xfrm>
            <a:off x="5930900" y="5118100"/>
            <a:ext cx="11887200" cy="119380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<![CDATA[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/\n\n\nvar _events = __webpack_require__(16);\n\nvar _events2 = _interopRequireDefault(_events);\n\nfunction _interopRequireDefault(obj) { return obj && obj.__esModule ? obj : { default: obj }; }\n\nfunction _possibleConstructorReturn(self, call) { if (!self) { throw new ReferenceError(\"this hasn't been initialised - super() hasn't been called\"); } return call && (typeof call === \"object\" || typeof call === \"function\") ? call : self; }\n\nfunction _inherits(subClass, superClass) { if (typeof superClass !== \"function\" && superClass !== null) { throw new TypeError(\"Super expression must ]]>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6" id="6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6" id="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either be null or a function, not \" + typeof superClass); } subClass.prototype = Object.create(superClass &amp;&amp; superClass.prototype, { constructor: { value: subClass, enumerable: false, writable: true, configurable: true } }); if (superClass) Object.setPrototypeOf ? Object.setPrototypeOf(subClass, superClass) : subClass.__proto__ = superClass; }\n\nfunction _classCallCheck(instance, Constructor) { if (!(instance instanceof Constructor)) { throw new TypeError(\"Cannot call a class as a function\"); } }\n\nvar CLOCK_PORT_NAME = 'magenta_clock';\nvar FROM_MAGENTA_PORT_NAME = 'magenta_out';\nvar TO_MAGENTA_PIANO_PORT_NAME = 'magenta_piano_in';\nvar TO_MAGENTA_DRUMS_PORT_NAME = 'magenta_drums_in';\n\nvar 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8" id="68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8" id="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DRUM_MODELS = ['Drums'];\nvar PIANO_MODELS = ['Attention', 'Pianoroll', 'Performance'];\n\n// 0-based\nvar CLOCK_CC = 1;\nvar MIN_LISTEN_TICKS_CC = 3;\nvar MAX_LISTEN_TICKS_CC = 4;\nvar RESPONSE_TICKS_CC = 5;\nvar TEMPERATURE_CC = 6;\nvar BUNDLE_CC = 8;\nvar LOOP_CC = 10;\nvar PANIC_CC = 11;\nvar MUTATE_CC = 12;\n\nvar MagentaInstance = function () {\n  function MagentaInstance(portName, notifier, models) {\n    _classCallCheck(this, MagentaInstance);\n\n    this._portName = portName;\n    this._notifier = notifier;\n    this._models = models;\n    this._active = false;\n\n    this._temperature = 64, this._isLooping = false;\n    this._bundleIndex = 0;\n    this._soloMode = false;\n    this._callBars = 0;\n    this._responseBars = 0;\n  }\n\n  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0" id="70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0" id="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_createClass(MagentaInstance, [{\n    key: 'portName',\n    value: function portName() {\n      return this._portName;\n    }\n  }, {\n    key: 'models',\n    value: function models() {\n      return this._models;\n    }\n  }, {\n    key: 'active',\n    value: function active() {\n      return this._active;\n    }\n  }, {\n    key: 'setPort',\n    value: function setPort(port) {\n      console.info('Connected to Magenta Output Port: ' + port.name);\n      this._toMagenta = port;\n      this._active = true;\n    }\n  }, {\n    key: 'sendKeyDown',\n    value: function sendKeyDown(note) {\n      this._toMagenta.playNote(note);\n    }\n  }, {\n    key: 'sendKeyUp',\n    value: function sendKeyUp(note) {\n      this._toMagenta.stopNote(note);\n    }\n  }, {\n    key: 'bundleIndex',\n    value: function bundleIndex() {\n      return this._bundleIndex;\n    }\n  }, {\n    key: 'setBundleIndex',\n    value: function 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2" id="72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2" id="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<![CDATA[setBundleIndex(index) {\n      this._bundleIndex = index;\n      this._notifier.notify('<b>Model:</b> ' + this._models[index]);\n      this._toMagenta.sendControlChange(BUNDLE_CC, index);\n    }\n  }, {\n    key: 'isLooping',\n    value: function isLooping() {\n      return this._isLooping;\n    }\n  }, {\n    key: 'toggleLoop',\n    value: function toggleLoop() {\n      this._isLooping = !this._isLooping;\n      if (this._isLooping) {\n        this._notifier.notify('<b>Looping</b> enabled');\n      } else {\n        this._notifier.notify('<b>Looping</b> disabled');\n      }\n      this._toMagenta.sendControlChange(LOOP_CC, this._isLooping * 127);\n    }\n  }, {\n    key: 'triggerMutate',\n    value: function triggerMutate() {\n      this._notifier.notify('<b>Mutating Sequence</b>');\n      ]]>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4" id="74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4" id="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this._toMagenta.sendControlChange(MUTATE_CC, 127);\n    }\n  }, {\n    key: 'triggerPanic',\n    value: function triggerPanic() {\n      this._notifier.notify('&lt;b&gt;Clearing Sequence&lt;/b&gt;');\n      this._toMagenta.sendControlChange(PANIC_CC, 127);\n    }\n  }, {\n    key: 'temperature',\n    value: function temperature() {\n      return this._temperature;\n    }\n  }, {\n    key: 'setTemperature',\n    value: function setTemperature(temp) {\n      this._temperature = Math.min(Math.max(temp, 0), 127);\n      var float_temp = 0.1 + this._temperature / 127. * 1.9;\n      this._notifier.notify('&lt;b&gt;Temperature:&lt;/b&gt; ' + float_temp.toFixed(2));\n      this._toMagenta.sendControlChange(TEMPERATURE_CC, this._temperature);\n    }\n  }, 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6" id="76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6" id="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{\n    key: 'callBars',\n    value: function callBars() {\n      return this._callBars;\n    }\n  }, {\n    key: 'setCallBars',\n    value: function setCallBars(numBars) {\n      this._callBars = numBars;\n      this._notifier.notify('&lt;b&gt;Call Bars:&lt;/b&gt; ' + numBars);\n      this._toMagenta.sendControlChange(MIN_LISTEN_TICKS_CC, numBars);\n      this._toMagenta.sendControlChange(MAX_LISTEN_TICKS_CC, numBars);\n    }\n  }, {\n    key: 'responseBars',\n    value: function responseBars() {\n      return this._responseBars;\n    }\n  }, {\n    key: 'setResponseBars',\n    value: function setResponseBars(numBars) {\n      this._responseBars = numBars;\n      this._notifier.notify('&lt;b&gt;Response Bars:&lt;/b&gt; ' + numBars);\n      this._toMagenta.sendControlChange(RESPONSE_TICKS_CC, numBars);\n    }\n  }]);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8" id="78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8" id="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\n\n  return MagentaInstance;\n}();\n\nvar Magenta = function (_events$EventEmitter) {\n  _inherits(Magenta, _events$EventEmitter);\n\n  function Magenta(notifier) {\n    _classCallCheck(this, Magenta);\n\n    var _this = _possibleConstructorReturn(this, (Magenta.__proto__ || Object.getPrototypeOf(Magenta)).call(this));\n\n    _this._instances = [new MagentaInstance(TO_MAGENTA_PIANO_PORT_NAME, notifier, PIANO_MODELS), new MagentaInstance(TO_MAGENTA_DRUMS_PORT_NAME, notifier, DRUM_MODELS)];\n    _this._selected = 0;\n    return _this;\n  }\n\n  _createClass(Magenta, [{\n    key: 'updatePort',\n    value: function updatePort(port) {\n      var allActive = true;\n      for (var i = 0; i &lt; this.instances().length; ++i) {\n        if 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0" id="80"/>
          <p:cNvPicPr>
            <a:picLocks noChangeAspect="true"/>
          </p:cNvPicPr>
          <p:nvPr/>
        </p:nvPicPr>
        <p:blipFill>
          <a:blip r:embed="rId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0" id="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(this.instance(i).portName() == port.name) {\n          this.instance(i).setPort(port);\n        }\n        allActive &amp;= this.instance(i).active();\n      }\n      if (allActive) {\n        this.emit('active');\n      }\n    }\n  }, {\n    key: 'fromPortName',\n    value: function fromPortName() {\n      return FROM_MAGENTA_PORT_NAME;\n    }\n  }, {\n    key: 'clockPortName',\n    value: function clockPortName() {\n      return CLOCK_PORT_NAME;\n    }\n  }, {\n    key: 'selectedIndex',\n    value: function selectedIndex() {\n      return this._selected;\n    }\n  }, {\n    key: 'selected',\n    value: function selected() {\n      return this._instances[this._selected];\n    }\n  }, {\n    key: 'toggleSelected',\n    value: function toggleSelected() {\n      this._selected = (this._selected + 1) % this._instances.length;\n    }\n  }, {\n    key: 'instance',\n    value: function instance(i) 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2" id="82"/>
          <p:cNvPicPr>
            <a:picLocks noChangeAspect="true"/>
          </p:cNvPicPr>
          <p:nvPr/>
        </p:nvPicPr>
        <p:blipFill>
          <a:blip r:embed="rId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2" id="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{\n      return this._instances[i];\n    }\n  }, {\n    key: 'instances',\n    value: function instances() {\n      return this._instances;\n    }\n  }]);\n\n  return Magenta;\n}(_events2.default.EventEmitter);\n\nexports.Magenta = Magenta;\n//# sourceMappingURL=data:application/json;charset=utf-8;base64,eyJ2ZXJzaW9uIjozLCJzb3VyY2VzIjpbIndlYnBhY2s6Ly8vLi9zcmMvYWkvTWFnZW50YS5qcz8zYTgwIl0sIm5hbWVzIjpbIkNMT0NLX1BPUlRfTkFNRSIsIkZST01fTUFHRU5UQV9QT1JUX05BTUUiLCJUT19NQUdFTlRBX1BJQU5PX1BPUlRfTkFNRSIsIlRPX01BR0VOVEFfRFJVTVNfUE9SVF9OQU1FIiwiRFJVTV9NT0RFTFMiLCJQSUFOT19NT0RFTFMiLCJDTE9DS19DQyIsIk1JTl9MSVNURU5fVElDS1NfQ0MiLCJNQVhfTElTVEVOX1RJQ0tTX0NDIiwiUkVTUE9OU0VfVElDS1NfQ0MiLCJURU1QRVJBVFVSRV9DQyIsIkJVTkRMRV9DQyIsIkxPT1BfQ0MiLCJQQU5JQ19DQyIsIk1VVEFURV9DQyIsIk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4" id="84"/>
          <p:cNvPicPr>
            <a:picLocks noChangeAspect="true"/>
          </p:cNvPicPr>
          <p:nvPr/>
        </p:nvPicPr>
        <p:blipFill>
          <a:blip r:embed="rId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4" id="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1hZ2VudGFJbnN0YW5jZSIsInBvcnROYW1lIiwibm90aWZpZXIiLCJtb2RlbHMiLCJfcG9ydE5hbWUiLCJfbm90aWZpZXIiLCJfbW9kZWxzIiwiX2FjdGl2ZSIsIl90ZW1wZXJhdHVyZSIsIl9pc0xvb3BpbmciLCJfYnVuZGxlSW5kZXgiLCJfc29sb01vZGUiLCJfY2FsbEJhcnMiLCJfcmVzcG9uc2VCYXJzIiwicG9ydCIsImNvbnNvbGUiLCJpbmZvIiwibmFtZSIsIl90b01hZ2VudGEiLCJub3RlIiwicGxheU5vdGUiLCJzdG9wTm90ZSIsImluZGV4Iiwibm90aWZ5Iiwic2VuZENvbnRyb2xDaGFuZ2UiLCJ0ZW1wIiwiTWF0aCIsIm1pbiIsIm1heCIsImZsb2F0X3RlbXAiLCJ0b0ZpeGVkIiwibnVtQmFycyIsIk1hZ2VudGEiLCJfaW5zdGFuY2VzIiwiX3NlbGVjdGVkIiwiYWxsQWN0aXZlIiwiaSIsImluc3RhbmNlcyIsImxlbmd0aCIsImluc3RhbmNlIiwic2V0UG9ydCIsImFjdGl2ZSIsImVtaXQiLCJFdmVudEVtaXR0ZXIiXSwibWFwcGluZ3MiOiI7Ozs7Ozs7cWpCQUFBOzs7Ozs7Ozs7Ozs7Ozs7OztBQWVBOzs7Ozs7Ozs7Ozs7QUFFQSxJQUFNQSxrQkFBa0IsZUFBeEI7Q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6" id="86"/>
          <p:cNvPicPr>
            <a:picLocks noChangeAspect="true"/>
          </p:cNvPicPr>
          <p:nvPr/>
        </p:nvPicPr>
        <p:blipFill>
          <a:blip r:embed="rId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6" id="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UFDQSxJQUFNQyx5QkFBeUIsYUFBL0I7QUFDQSxJQUFNQyw2QkFBNkIsa0JBQW5DO0FBQ0EsSUFBTUMsNkJBQTZCLGtCQUFuQzs7QUFFQSxJQUFNQyxjQUFjLENBQUMsT0FBRCxDQUFwQjtBQUNBLElBQU1DLGVBQWUsQ0FBQyxXQUFELEVBQWMsV0FBZCxFQUEyQixhQUEzQixDQUFyQjs7QUFFQTtBQUNBLElBQU1DLFdBQVcsQ0FBakI7QUFDQSxJQUFNQyxzQkFBc0IsQ0FBNUI7QUFDQSxJQUFNQyxzQkFBc0IsQ0FBNUI7QUFDQSxJQUFNQyxvQkFBb0IsQ0FBMUI7QUFDQSxJQUFNQyxpQkFBaUIsQ0FBdkI7QUFDQSxJQUFNQyxZQUFZLENBQWxCO0FBQ0EsSUFBTUMsVUFBVSxFQUFoQjtBQUNBLElBQU1DLFdBQVcsRUFBakI7QUFDQSxJQUFNQyxZQUFZLEVBQWxCOztJQUVNQyxlO0FBQ0osMkJBQVlDLFFBQVosRUFBc0JDLFFBQXRCLEVBQWdDQyxNQUFoQyxFQUF1QztBQUFBOztBQUNyQyxTQUFLQyxTQUFMLEdBQWlCSCxRQUFqQjtBQUNBLFNBQUtJLFNBQUwsR0FBaUJILFFBQWpCO0FBQ0EsU0FBS0ksT0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8" id="88"/>
          <p:cNvPicPr>
            <a:picLocks noChangeAspect="true"/>
          </p:cNvPicPr>
          <p:nvPr/>
        </p:nvPicPr>
        <p:blipFill>
          <a:blip r:embed="rId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8" id="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BTCxHQUFlSCxNQUFmO0FBQ0EsU0FBS0ksT0FBTCxHQUFlLEtBQWY7O0FBRUEsU0FBS0MsWUFBTCxHQUFvQixFQUFwQixFQUNBLEtBQUtDLFVBQUwsR0FBa0IsS0FEbEI7QUFFQSxTQUFLQyxZQUFMLEdBQW9CLENBQXBCO0FBQ0EsU0FBS0MsU0FBTCxHQUFpQixLQUFqQjtBQUNBLFNBQUtDLFNBQUwsR0FBaUIsQ0FBakI7QUFDQSxTQUFLQyxhQUFMLEdBQXFCLENBQXJCO0FBQ0Q7Ozs7K0JBRVU7QUFDVCxhQUFPLEtBQUtULFNBQVo7QUFDRDs7OzZCQUVRO0FBQ1AsYUFBTyxLQUFLRSxPQUFaO0FBQ0Q7Ozs2QkFFUTtBQUNQLGFBQU8sS0FBS0MsT0FBWjtBQUNEOzs7NEJBRU9PLEksRUFBTTtBQUNaQyxjQUFRQyxJQUFSLENBQWEsdUNBQXVDRixLQUFLRyxJQUF6RDtBQUNBLFdBQUtDLFVBQUwsR0FBa0JKLElBQWxCO0FBQ0EsV0FBS1AsT0FBTCxHQUFlLElBQWY7QUFDRDs7O2dDQUVXWSxJLEVBQU07QUFDaEIsV0FBS0QsVUFBTCxDQUFnQkUsUUFBaEIsQ0FBeUJELElBQXpCO0FBQ0Q7Ozs4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0" id="90"/>
          <p:cNvPicPr>
            <a:picLocks noChangeAspect="true"/>
          </p:cNvPicPr>
          <p:nvPr/>
        </p:nvPicPr>
        <p:blipFill>
          <a:blip r:embed="rId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0" id="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QkFFU0EsSSxFQUFNO0FBQ2QsV0FBS0QsVUFBTCxDQUFnQkcsUUFBaEIsQ0FBeUJGLElBQXpCO0FBQ0Q7OztrQ0FFYTtBQUNaLGFBQU8sS0FBS1QsWUFBWjtBQUNEOzs7bUNBRWNZLEssRUFBTTtBQUNuQixXQUFLWixZQUFMLEdBQW9CWSxLQUFwQjtBQUNBLFdBQUtqQixTQUFMLENBQWVrQixNQUFmLENBQXNCLG1CQUFtQixLQUFLakIsT0FBTCxDQUFhZ0IsS0FBYixDQUF6QztBQUNBLFdBQUtKLFVBQUwsQ0FBZ0JNLGlCQUFoQixDQUFrQzVCLFNBQWxDLEVBQTZDMEIsS0FBN0M7QUFDRDs7O2dDQUVXO0FBQ1YsYUFBTyxLQUFLYixVQUFaO0FBQ0Q7OztpQ0FFWTtBQUNYLFdBQUtBLFVBQUwsR0FBa0IsQ0FBQyxLQUFLQSxVQUF4QjtBQUNBLFVBQUksS0FBS0EsVUFBVCxFQUFxQjtBQUNuQixhQUFLSixTQUFMLENBQWVrQixNQUFmLENBQXNCLHdCQUF0QjtBQUNELE9BRkQsTUFFTztBQUNMLGFBQUtsQixTQUFMLENBQWVrQixNQUFmLENBQXNCLHlCQUF0QjtBQUNEO0FBQ0QsV0FBS0wsVUFBTCxDQUF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2" id="92"/>
          <p:cNvPicPr>
            <a:picLocks noChangeAspect="true"/>
          </p:cNvPicPr>
          <p:nvPr/>
        </p:nvPicPr>
        <p:blipFill>
          <a:blip r:embed="rId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2" id="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nQk0saUJBQWhCLENBQWtDM0IsT0FBbEMsRUFBMkMsS0FBS1ksVUFBTCxHQUFrQixHQUE3RDtBQUNEOzs7b0NBRWU7QUFDZCxXQUFLSixTQUFMLENBQWVrQixNQUFmLENBQXNCLDBCQUF0QjtBQUNBLFdBQUtMLFVBQUwsQ0FBZ0JNLGlCQUFoQixDQUFrQ3pCLFNBQWxDLEVBQTZDLEdBQTdDO0FBQ0Q7OzttQ0FFYztBQUNiLFdBQUtNLFNBQUwsQ0FBZWtCLE1BQWYsQ0FBc0IsMEJBQXRCO0FBQ0EsV0FBS0wsVUFBTCxDQUFnQk0saUJBQWhCLENBQWtDMUIsUUFBbEMsRUFBNEMsR0FBNUM7QUFDRDs7O2tDQUVhO0FBQ1osYUFBTyxLQUFLVSxZQUFaO0FBQ0Q7OzttQ0FFY2lCLEksRUFBTTtBQUNuQixXQUFLakIsWUFBTCxHQUFvQmtCLEtBQUtDLEdBQUwsQ0FBU0QsS0FBS0UsR0FBTCxDQUFTSCxJQUFULEVBQWUsQ0FBZixDQUFULEVBQTRCLEdBQTVCLENBQXBCO0FBQ0EsVUFBSUksYUFBYSxNQUFPLEtBQUtyQixZQUFMLEdBQW9CLElBQXJCLEdBQTZCLEdBQXBEO0FBQ0EsV0FBS0gsU0F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4" id="94"/>
          <p:cNvPicPr>
            <a:picLocks noChangeAspect="true"/>
          </p:cNvPicPr>
          <p:nvPr/>
        </p:nvPicPr>
        <p:blipFill>
          <a:blip r:embed="rId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4" id="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BTCxDQUFla0IsTUFBZixDQUFzQix5QkFBeUJNLFdBQVdDLE9BQVgsQ0FBbUIsQ0FBbkIsQ0FBL0M7QUFDQSxXQUFLWixVQUFMLENBQWdCTSxpQkFBaEIsQ0FBa0M3QixjQUFsQyxFQUFrRCxLQUFLYSxZQUF2RDtBQUNEOzs7K0JBRVU7QUFDVCxhQUFPLEtBQUtJLFNBQVo7QUFDRDs7O2dDQUVXbUIsTyxFQUFTO0FBQ25CLFdBQUtuQixTQUFMLEdBQWlCbUIsT0FBakI7QUFDQSxXQUFLMUIsU0FBTCxDQUFla0IsTUFBZixDQUFzQix1QkFBdUJRLE9BQTdDO0FBQ0EsV0FBS2IsVUFBTCxDQUFnQk0saUJBQWhCLENBQWtDaEMsbUJBQWxDLEVBQXVEdUMsT0FBdkQ7QUFDQSxXQUFLYixVQUFMLENBQWdCTSxpQkFBaEIsQ0FBa0MvQixtQkFBbEMsRUFBdURzQyxPQUF2RDtBQUNEOzs7bUNBRWM7QUFDYixhQUFPLEtBQUtsQixhQUFaO0FBQ0Q7OztvQ0FFZWtCLE8sRUFBUztBQUN2QixXQUFLbEIsYUFBTCxHQUFxQmtCLE9BQXJCO0FBQ0EsV0FBSzFCLFNBQUwsQ0FBZWtCLE1BQWYsQ0FBc0IsMkJBQTJCUSxPQUFqRD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6" id="96"/>
          <p:cNvPicPr>
            <a:picLocks noChangeAspect="true"/>
          </p:cNvPicPr>
          <p:nvPr/>
        </p:nvPicPr>
        <p:blipFill>
          <a:blip r:embed="rId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6" id="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BQUNBLFdBQUtiLFVBQUwsQ0FBZ0JNLGlCQUFoQixDQUFrQzlCLGlCQUFsQyxFQUFxRHFDLE9BQXJEO0FBQ0Q7Ozs7OztJQUdHQyxPOzs7QUFDSixtQkFBWTlCLFFBQVosRUFBcUI7QUFBQTs7QUFBQTs7QUFFbkIsVUFBSytCLFVBQUwsR0FBa0IsQ0FDZCxJQUFJakMsZUFBSixDQUFvQmIsMEJBQXBCLEVBQWdEZSxRQUFoRCxFQUEwRFosWUFBMUQsQ0FEYyxFQUVkLElBQUlVLGVBQUosQ0FBb0JaLDBCQUFwQixFQUFnRGMsUUFBaEQsRUFBMERiLFdBQTFELENBRmMsQ0FBbEI7QUFJQSxVQUFLNkMsU0FBTCxHQUFpQixDQUFqQjtBQU5tQjtBQU9wQjs7OzsrQkFFVXBCLEksRUFBTTtBQUNmLFVBQUlxQixZQUFZLElBQWhCO0FBQ0EsV0FBSyxJQUFJQyxJQUFJLENBQWIsRUFBZ0JBLElBQUksS0FBS0MsU0FBTCxHQUFpQkMsTUFBckMsRUFBNkMsRUFBRUYsQ0FBL0MsRUFBa0Q7QUFDaEQsWUFBSSxLQUFLRyxRQUFMLENBQWNILENBQWQsRUFBaUJuQyxRQUFqQixNQUErQmEsS0FBS0csSUFBeEMsRUFBOEM7Q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8" id="98"/>
          <p:cNvPicPr>
            <a:picLocks noChangeAspect="true"/>
          </p:cNvPicPr>
          <p:nvPr/>
        </p:nvPicPr>
        <p:blipFill>
          <a:blip r:embed="rId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8" id="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UFDNUMsZUFBS3NCLFFBQUwsQ0FBY0gsQ0FBZCxFQUFpQkksT0FBakIsQ0FBeUIxQixJQUF6QjtBQUNEO0FBQ0RxQixxQkFBYSxLQUFLSSxRQUFMLENBQWNILENBQWQsRUFBaUJLLE1BQWpCLEVBQWI7QUFDRDtBQUNELFVBQUlOLFNBQUosRUFBZTtBQUNiLGFBQUtPLElBQUwsQ0FBVSxRQUFWO0FBQ0Q7QUFDRjs7O21DQUVjO0FBQ2IsYUFBT3hELHNCQUFQO0FBQ0Q7OztvQ0FFZTtBQUNkLGFBQU9ELGVBQVA7QUFDRDs7O29DQUVlO0FBQ2QsYUFBTyxLQUFLaUQsU0FBWjtBQUNEOzs7K0JBRVU7QUFDVCxhQUFPLEtBQUtELFVBQUwsQ0FBZ0IsS0FBS0MsU0FBckIsQ0FBUDtBQUNEOzs7cUNBRWdCO0FBQ2YsV0FBS0EsU0FBTCxHQUFpQixDQUFDLEtBQUtBLFNBQUwsR0FBaUIsQ0FBbEIsSUFBdUIsS0FBS0QsVUFBTCxDQUFnQkssTUFBeEQ7QUFDRDs7OzZCQUVRRixDLEVBQUc7QUFDVixhQUFPLEtBQUtILFVBQUwsQ0FBZ0JHLENBQWhCLENBQVA7QUFDRDs7O2dDQUVXO0FBQ1YsYUFBTyxLQUFLSC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0" id="100"/>
          <p:cNvPicPr>
            <a:picLocks noChangeAspect="true"/>
          </p:cNvPicPr>
          <p:nvPr/>
        </p:nvPicPr>
        <p:blipFill>
          <a:blip r:embed="rId1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0" id="1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xVQUFaO0FBQ0Q7Ozs7RUFqRG1CLGlCQUFPVSxZOztRQW9EckJYLE8sR0FBQUEsTyIsImZpbGUiOiIxNS5qcyIsInNvdXJjZXNDb250ZW50IjpbIi8qKlxuICogQ29weXJpZ2h0IDIwMTcgR29vZ2xlIEluYy5cbiAqXG4gKiBMaWNlbnNlZCB1bmRlciB0aGUgQXBhY2hlIExpY2Vuc2UsIFZlcnNpb24gMi4wICh0aGUgXCJMaWNlbnNlXCIpO1xuICogeW91IG1heSBub3QgdXNlIHRoaXMgZmlsZSBleGNlcHQgaW4gY29tcGxpYW5jZSB3aXRoIHRoZSBMaWNlbnNlLlxuICogWW91IG1heSBvYnRhaW4gYSBjb3B5IG9mIHRoZSBMaWNlbnNlIGF0XG4gKlxuICogICAgIGh0dHA6Ly93d3cuYXBhY2hlLm9yZy9saWNlbnNlcy9MSUNFTlNFLTIuMFxuICpcbiAqIFVubGVzcyByZXF1aXJlZCBieSBhcHBsaWNhYmxlIGxhdyBvciBhZ3JlZWQgdG8gaW4gd3JpdGluZywgc29mdHdhcmVcbiAqIGRpc3RyaWJ1dGVkIHVuZGVyIHRoZSBMaWNlbnNlIGlzIGRpc3RyaWJ1dGVkIG9uIGFuIFwiQVMgSVNcIiBCQVNJUyxcbiAqIFdJVEhPVVQgV0FSUkFOVElFUyBPUi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2" id="102"/>
          <p:cNvPicPr>
            <a:picLocks noChangeAspect="true"/>
          </p:cNvPicPr>
          <p:nvPr/>
        </p:nvPicPr>
        <p:blipFill>
          <a:blip r:embed="rId1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2" id="1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BDT05ESVRJT05TIE9GIEFOWSBLSU5ELCBlaXRoZXIgZXhwcmVzcyBvciBpbXBsaWVkLlxuICogU2VlIHRoZSBMaWNlbnNlIGZvciB0aGUgc3BlY2lmaWMgbGFuZ3VhZ2UgZ292ZXJuaW5nIHBlcm1pc3Npb25zIGFuZFxuICogbGltaXRhdGlvbnMgdW5kZXIgdGhlIExpY2Vuc2UuXG4gKi9cbmltcG9ydCBldmVudHMgZnJvbSAnZXZlbnRzJ1xuXG5jb25zdCBDTE9DS19QT1JUX05BTUUgPSAnbWFnZW50YV9jbG9jaydcbmNvbnN0IEZST01fTUFHRU5UQV9QT1JUX05BTUUgPSAnbWFnZW50YV9vdXQnXG5jb25zdCBUT19NQUdFTlRBX1BJQU5PX1BPUlRfTkFNRSA9ICdtYWdlbnRhX3BpYW5vX2luJ1xuY29uc3QgVE9fTUFHRU5UQV9EUlVNU19QT1JUX05BTUUgPSAnbWFnZW50YV9kcnVtc19pbidcblxuY29uc3QgRFJVTV9NT0RFTFMgPSBbJ0RydW1zJ11cbmNvbnN0IFBJQU5PX01PREVMUyA9IFsnQXR0ZW50aW9uJywgJ1BpYW5vcm9sbCcsICdQZXJmb3JtYW5jZSddXG5cbi8vIDAtYmFzZWRcbmNvbnN0IENMT0NLX0NDID0g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4" id="104"/>
          <p:cNvPicPr>
            <a:picLocks noChangeAspect="true"/>
          </p:cNvPicPr>
          <p:nvPr/>
        </p:nvPicPr>
        <p:blipFill>
          <a:blip r:embed="rId1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4" id="1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MVxuY29uc3QgTUlOX0xJU1RFTl9USUNLU19DQyA9IDNcbmNvbnN0IE1BWF9MSVNURU5fVElDS1NfQ0MgPSA0XG5jb25zdCBSRVNQT05TRV9USUNLU19DQyA9IDVcbmNvbnN0IFRFTVBFUkFUVVJFX0NDID0gNlxuY29uc3QgQlVORExFX0NDID0gOFxuY29uc3QgTE9PUF9DQyA9IDEwXG5jb25zdCBQQU5JQ19DQyA9IDExXG5jb25zdCBNVVRBVEVfQ0MgPSAxMlxuXG5jbGFzcyBNYWdlbnRhSW5zdGFuY2Uge1xuICBjb25zdHJ1Y3Rvcihwb3J0TmFtZSwgbm90aWZpZXIsIG1vZGVscyl7XG4gICAgdGhpcy5fcG9ydE5hbWUgPSBwb3J0TmFtZVxuICAgIHRoaXMuX25vdGlmaWVyID0gbm90aWZpZXJcbiAgICB0aGlzLl9tb2RlbHMgPSBtb2RlbHNcbiAgICB0aGlzLl9hY3RpdmUgPSBmYWxzZVxuXG4gICAgdGhpcy5fdGVtcGVyYXR1cmUgPSA2NCxcbiAgICB0aGlzLl9pc0xvb3BpbmcgPSBmYWxzZVxuICAgIHRoaXMuX2J1bmRsZUluZGV4ID0gMFxuICAgIHRoaXMuX3NvbG9Nb2RlID0gZmFsc2VcbiAgICB0aGlzLl9jYWxsQmF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6" id="106"/>
          <p:cNvPicPr>
            <a:picLocks noChangeAspect="true"/>
          </p:cNvPicPr>
          <p:nvPr/>
        </p:nvPicPr>
        <p:blipFill>
          <a:blip r:embed="rId1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6" id="1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ycyA9IDBcbiAgICB0aGlzLl9yZXNwb25zZUJhcnMgPSAwXG4gIH1cblxuICBwb3J0TmFtZSgpIHtcbiAgICByZXR1cm4gdGhpcy5fcG9ydE5hbWVcbiAgfVxuXG4gIG1vZGVscygpIHtcbiAgICByZXR1cm4gdGhpcy5fbW9kZWxzXG4gIH1cblxuICBhY3RpdmUoKSB7XG4gICAgcmV0dXJuIHRoaXMuX2FjdGl2ZVxuICB9XG5cbiAgc2V0UG9ydChwb3J0KSB7XG4gICAgY29uc29sZS5pbmZvKCdDb25uZWN0ZWQgdG8gTWFnZW50YSBPdXRwdXQgUG9ydDogJyArIHBvcnQubmFtZSlcbiAgICB0aGlzLl90b01hZ2VudGEgPSBwb3J0XG4gICAgdGhpcy5fYWN0aXZlID0gdHJ1ZVxuICB9XG5cbiAgc2VuZEtleURvd24obm90ZSkge1xuICAgIHRoaXMuX3RvTWFnZW50YS5wbGF5Tm90ZShub3RlKVxuICB9XG5cbiAgc2VuZEtleVVwKG5vdGUpIHtcbiAgICB0aGlzLl90b01hZ2VudGEuc3RvcE5vdGUobm90ZSlcbiAgfVxuXG4gIGJ1bmRsZUluZGV4KCkge1xuICAgIHJldHVybiB0aGlzLl9idW5kbGVJbmRleFxuICB9XG5cbiAgc2V0QnVuZGxlSW5kZX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8" id="108"/>
          <p:cNvPicPr>
            <a:picLocks noChangeAspect="true"/>
          </p:cNvPicPr>
          <p:nvPr/>
        </p:nvPicPr>
        <p:blipFill>
          <a:blip r:embed="rId1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8" id="1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oaW5kZXgpe1xuICAgIHRoaXMuX2J1bmRsZUluZGV4ID0gaW5kZXhcbiAgICB0aGlzLl9ub3RpZmllci5ub3RpZnkoJzxiPk1vZGVsOjwvYj4gJyArIHRoaXMuX21vZGVsc1tpbmRleF0pXG4gICAgdGhpcy5fdG9NYWdlbnRhLnNlbmRDb250cm9sQ2hhbmdlKEJVTkRMRV9DQywgaW5kZXgpXG4gIH1cblxuICBpc0xvb3BpbmcoKSB7XG4gICAgcmV0dXJuIHRoaXMuX2lzTG9vcGluZ1xuICB9XG5cbiAgdG9nZ2xlTG9vcCgpIHtcbiAgICB0aGlzLl9pc0xvb3BpbmcgPSAhdGhpcy5faXNMb29waW5nXG4gICAgaWYgKHRoaXMuX2lzTG9vcGluZykge1xuICAgICAgdGhpcy5fbm90aWZpZXIubm90aWZ5KCc8Yj5Mb29waW5nPC9iPiBlbmFibGVkJylcbiAgICB9IGVsc2Uge1xuICAgICAgdGhpcy5fbm90aWZpZXIubm90aWZ5KCc8Yj5Mb29waW5nPC9iPiBkaXNhYmxlZCcpXG4gICAgfVxuICAgIHRoaXMuX3RvTWFnZW50YS5zZW5kQ29udHJvbENoYW5nZShMT09QX0NDLCB0aGlzLl9pc0xvb3BpbmcgKiAxMjcpXG4gIH1cblxuICB0cmlnZ2Vy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0" id="110"/>
          <p:cNvPicPr>
            <a:picLocks noChangeAspect="true"/>
          </p:cNvPicPr>
          <p:nvPr/>
        </p:nvPicPr>
        <p:blipFill>
          <a:blip r:embed="rId1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0" id="1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XV0YXRlKCkge1xuICAgIHRoaXMuX25vdGlmaWVyLm5vdGlmeSgnPGI+TXV0YXRpbmcgU2VxdWVuY2U8L2I+JylcbiAgICB0aGlzLl90b01hZ2VudGEuc2VuZENvbnRyb2xDaGFuZ2UoTVVUQVRFX0NDLCAxMjcpXG4gIH1cblxuICB0cmlnZ2VyUGFuaWMoKSB7XG4gICAgdGhpcy5fbm90aWZpZXIubm90aWZ5KCc8Yj5DbGVhcmluZyBTZXF1ZW5jZTwvYj4nKVxuICAgIHRoaXMuX3RvTWFnZW50YS5zZW5kQ29udHJvbENoYW5nZShQQU5JQ19DQywgMTI3KVxuICB9XG5cbiAgdGVtcGVyYXR1cmUoKSB7XG4gICAgcmV0dXJuIHRoaXMuX3RlbXBlcmF0dXJlXG4gIH1cblxuICBzZXRUZW1wZXJhdHVyZSh0ZW1wKSB7XG4gICAgdGhpcy5fdGVtcGVyYXR1cmUgPSBNYXRoLm1pbihNYXRoLm1heCh0ZW1wLCAwKSwgMTI3KVxuICAgIHZhciBmbG9hdF90ZW1wID0gMC4xICsgKHRoaXMuX3RlbXBlcmF0dXJlIC8gMTI3LikgKiAxLjlcbiAgICB0aGlzLl9ub3RpZmllci5ub3RpZnkoJzxiPlRlbXBlcmF0dXJlOjwvYj4gJyArIGZsb2F0X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2" id="112"/>
          <p:cNvPicPr>
            <a:picLocks noChangeAspect="true"/>
          </p:cNvPicPr>
          <p:nvPr/>
        </p:nvPicPr>
        <p:blipFill>
          <a:blip r:embed="rId1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2" id="1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3RlbXAudG9GaXhlZCgyKSlcbiAgICB0aGlzLl90b01hZ2VudGEuc2VuZENvbnRyb2xDaGFuZ2UoVEVNUEVSQVRVUkVfQ0MsIHRoaXMuX3RlbXBlcmF0dXJlKVxuICB9XG5cbiAgY2FsbEJhcnMoKSB7XG4gICAgcmV0dXJuIHRoaXMuX2NhbGxCYXJzXG4gIH1cblxuICBzZXRDYWxsQmFycyhudW1CYXJzKSB7XG4gICAgdGhpcy5fY2FsbEJhcnMgPSBudW1CYXJzXG4gICAgdGhpcy5fbm90aWZpZXIubm90aWZ5KCc8Yj5DYWxsIEJhcnM6PC9iPiAnICsgbnVtQmFycylcbiAgICB0aGlzLl90b01hZ2VudGEuc2VuZENvbnRyb2xDaGFuZ2UoTUlOX0xJU1RFTl9USUNLU19DQywgbnVtQmFycylcbiAgICB0aGlzLl90b01hZ2VudGEuc2VuZENvbnRyb2xDaGFuZ2UoTUFYX0xJU1RFTl9USUNLU19DQywgbnVtQmFycylcbiAgfVxuXG4gIHJlc3BvbnNlQmFycygpIHtcbiAgICByZXR1cm4gdGhpcy5fcmVzcG9uc2VCYXJzXG4gIH1cblxuICBzZXRSZXNwb25zZUJhcnMobnVtQmFycykge1xuICAgIHRoaXMuX3Jlc3BvbnNlQmFycyA9IG51bUJhcnNc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4" id="114"/>
          <p:cNvPicPr>
            <a:picLocks noChangeAspect="true"/>
          </p:cNvPicPr>
          <p:nvPr/>
        </p:nvPicPr>
        <p:blipFill>
          <a:blip r:embed="rId1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4" id="1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biAgICB0aGlzLl9ub3RpZmllci5ub3RpZnkoJzxiPlJlc3BvbnNlIEJhcnM6PC9iPiAnICsgbnVtQmFycylcbiAgICB0aGlzLl90b01hZ2VudGEuc2VuZENvbnRyb2xDaGFuZ2UoUkVTUE9OU0VfVElDS1NfQ0MsIG51bUJhcnMpXG4gIH1cbn1cblxuY2xhc3MgTWFnZW50YSBleHRlbmRzIGV2ZW50cy5FdmVudEVtaXR0ZXIge1xuICBjb25zdHJ1Y3Rvcihub3RpZmllcil7XG4gICAgc3VwZXIoKVxuICAgIHRoaXMuX2luc3RhbmNlcyA9IFtcbiAgICAgICAgbmV3IE1hZ2VudGFJbnN0YW5jZShUT19NQUdFTlRBX1BJQU5PX1BPUlRfTkFNRSwgbm90aWZpZXIsIFBJQU5PX01PREVMUyksXG4gICAgICAgIG5ldyBNYWdlbnRhSW5zdGFuY2UoVE9fTUFHRU5UQV9EUlVNU19QT1JUX05BTUUsIG5vdGlmaWVyLCBEUlVNX01PREVMUylcbiAgICBdXG4gICAgdGhpcy5fc2VsZWN0ZWQgPSAwXG4gIH1cblxuICB1cGRhdGVQb3J0KHBvcnQpIHtcbiAgICB2YXIgYWxsQWN0aXZlID0gdHJ1ZVxuICAgIGZvciAodmFyIGkgPSAwOyBpIDwgdGhpcy5pbnN0YW5j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6" id="116"/>
          <p:cNvPicPr>
            <a:picLocks noChangeAspect="true"/>
          </p:cNvPicPr>
          <p:nvPr/>
        </p:nvPicPr>
        <p:blipFill>
          <a:blip r:embed="rId1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6" id="1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ZXMoKS5sZW5ndGg7ICsraSkge1xuICAgICAgaWYgKHRoaXMuaW5zdGFuY2UoaSkucG9ydE5hbWUoKSA9PSBwb3J0Lm5hbWUpIHtcbiAgICAgICAgdGhpcy5pbnN0YW5jZShpKS5zZXRQb3J0KHBvcnQpXG4gICAgICB9XG4gICAgICBhbGxBY3RpdmUgJj0gdGhpcy5pbnN0YW5jZShpKS5hY3RpdmUoKVxuICAgIH1cbiAgICBpZiAoYWxsQWN0aXZlKSB7XG4gICAgICB0aGlzLmVtaXQoJ2FjdGl2ZScpXG4gICAgfVxuICB9XG5cbiAgZnJvbVBvcnROYW1lKCkge1xuICAgIHJldHVybiBGUk9NX01BR0VOVEFfUE9SVF9OQU1FXG4gIH1cblxuICBjbG9ja1BvcnROYW1lKCkge1xuICAgIHJldHVybiBDTE9DS19QT1JUX05BTUVcbiAgfVxuXG4gIHNlbGVjdGVkSW5kZXgoKSB7XG4gICAgcmV0dXJuIHRoaXMuX3NlbGVjdGVkXG4gIH1cblxuICBzZWxlY3RlZCgpIHtcbiAgICByZXR1cm4gdGhpcy5faW5zdGFuY2VzW3RoaXMuX3NlbGVjdGVkXVxuICB9XG5cbiAgdG9nZ2xlU2VsZWN0ZWQoKSB7XG4gICAgdGhpcy5fc2VsZWN0ZWQgPSAodGhpc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8" id="118"/>
          <p:cNvPicPr>
            <a:picLocks noChangeAspect="true"/>
          </p:cNvPicPr>
          <p:nvPr/>
        </p:nvPicPr>
        <p:blipFill>
          <a:blip r:embed="rId1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8" id="1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y5fc2VsZWN0ZWQgKyAxKSAlIHRoaXMuX2luc3RhbmNlcy5sZW5ndGhcbiAgfVxuXG4gIGluc3RhbmNlKGkpIHtcbiAgICByZXR1cm4gdGhpcy5faW5zdGFuY2VzW2ldXG4gIH1cblxuICBpbnN0YW5jZXMoKSB7XG4gICAgcmV0dXJuIHRoaXMuX2luc3RhbmNlc1xuICB9XG59XG5cbmV4cG9ydCB7TWFnZW50YX1cblxuXG5cbi8vIFdFQlBBQ0sgRk9PVEVSIC8vXG4vLyAuL3NyYy9haS9NYWdlbnRhLmpzIl0sInNvdXJjZVJvb3QiOiIifQ==")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/***/ }),</a:t>
            </a:r>
          </a:p>
          <a:p>
            <a:r>
              <a:rPr lang="en-US" sz="3700">
                <a:solidFill>
                  <a:srgbClr val="252525"/>
                </a:solidFill>
              </a:rPr>
              <a:t>/* 16 */</a:t>
            </a:r>
          </a:p>
          <a:p>
            <a:r>
              <a:rPr lang="en-US" sz="3700">
                <a:solidFill>
                  <a:srgbClr val="252525"/>
                </a:solidFill>
              </a:rPr>
              <a:t>/***/ (function(module, exports) {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	eval("// Copyright Joyent, Inc. and other Node contributors.\n//\n// Permission is hereby granted, free of charge, to any person obtaining a\n// copy of this software and associated documentation files (the\n// \"Software\"), to deal in the 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0" id="120"/>
          <p:cNvPicPr>
            <a:picLocks noChangeAspect="true"/>
          </p:cNvPicPr>
          <p:nvPr/>
        </p:nvPicPr>
        <p:blipFill>
          <a:blip r:embed="rId1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0" id="1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Software without restriction, including\n// without limitation the rights to use, copy, modify, merge, publish,\n// distribute, sublicense, and/or sell copies of the Software, and to permit\n// persons to whom the Software is furnished to do so, subject to the\n// following conditions:\n//\n// The above copyright notice and this permission notice shall be included\n// in all copies or substantial portions of the Software.\n//\n// THE SOFTWARE IS PROVIDED \"AS IS\", WITHOUT WARRANTY OF ANY KIND, EXPRESS\n// OR IMPLIED, INCLUDING BUT NOT LIMITED TO THE WARRANTIES OF\n// MERCHANTABILITY, FITNESS FOR A PARTICULAR PURPOSE AND NONINFRINGEMENT. IN\n// NO EVENT SHALL THE AUTHORS OR COPYRIGHT HOLDERS BE LIABLE FOR ANY CLAIM,\n// DAMAGES OR OTHER LIABILITY, 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2" id="122"/>
          <p:cNvPicPr>
            <a:picLocks noChangeAspect="true"/>
          </p:cNvPicPr>
          <p:nvPr/>
        </p:nvPicPr>
        <p:blipFill>
          <a:blip r:embed="rId1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2" id="1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WHETHER IN AN ACTION OF CONTRACT, TORT OR\n// OTHERWISE, ARISING FROM, OUT OF OR IN CONNECTION WITH THE SOFTWARE OR THE\n// USE OR OTHER DEALINGS IN THE SOFTWARE.\n\nfunction EventEmitter() {\n  this._events = this._events || {};\n  this._maxListeners = this._maxListeners || undefined;\n}\nmodule.exports = EventEmitter;\n\n// Backwards-compat with node 0.10.x\nEventEmitter.EventEmitter = EventEmitter;\n\nEventEmitter.prototype._events = undefined;\nEventEmitter.prototype._maxListeners = undefined;\n\n// By default EventEmitters will print a warning if more than 10 listeners are\n// added to it. This is a useful default which helps finding memory leaks.\nEventEmitter.defaultMaxListeners 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4" id="124"/>
          <p:cNvPicPr>
            <a:picLocks noChangeAspect="true"/>
          </p:cNvPicPr>
          <p:nvPr/>
        </p:nvPicPr>
        <p:blipFill>
          <a:blip r:embed="rId1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4" id="1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= 10;\n\n// Obviously not all Emitters should be limited to 10. This function allows\n// that to be increased. Set to zero for unlimited.\nEventEmitter.prototype.setMaxListeners = function(n) {\n  if (!isNumber(n) || n &lt; 0 || isNaN(n))\n    throw TypeError('n must be a positive number');\n  this._maxListeners = n;\n  return this;\n};\n\nEventEmitter.prototype.emit = function(type) {\n  var er, handler, len, args, i, listeners;\n\n  if (!this._events)\n    this._events = {};\n\n  // If there is no 'error' event listener then throw.\n  if (type === 'error') {\n    if (!this._events.error ||\n        (isObject(this._events.error) &amp;&amp; !this._events.error.length)) {\n      er = arguments[1];\n      if (er instanceof Error) {\n        throw er; // Unhandled 'error' event\n      } else {\n        // At least give some kind of context to the user\n        var 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6" id="126"/>
          <p:cNvPicPr>
            <a:picLocks noChangeAspect="true"/>
          </p:cNvPicPr>
          <p:nvPr/>
        </p:nvPicPr>
        <p:blipFill>
          <a:blip r:embed="rId1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6" id="1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err = new Error('Uncaught, unspecified \"error\" event. (' + er + ')');\n        err.context = er;\n        throw err;\n      }\n    }\n  }\n\n  handler = this._events[type];\n\n  if (isUndefined(handler))\n    return false;\n\n  if (isFunction(handler)) {\n    switch (arguments.length) {\n      // fast cases\n      case 1:\n        handler.call(this);\n        break;\n      case 2:\n        handler.call(this, arguments[1]);\n        break;\n      case 3:\n        handler.call(this, arguments[1], arguments[2]);\n        break;\n      // slower\n      default:\n        args = Array.prototype.slice.call(arguments, 1);\n        handler.apply(this, args);\n    }\n  } else if (isObject(handler)) {\n    args = Array.prototype.slice.call(arguments, 1);\n    listeners = handler.slice();\n    len = listeners.length;\n    for (i = 0; i &lt; len; i++)\n      listeners[i].apply(this, args);\n  }\n\n  return true;\n};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8" id="128"/>
          <p:cNvPicPr>
            <a:picLocks noChangeAspect="true"/>
          </p:cNvPicPr>
          <p:nvPr/>
        </p:nvPicPr>
        <p:blipFill>
          <a:blip r:embed="rId1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8" id="1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\n\nEventEmitter.prototype.addListener = function(type, listener) {\n  var m;\n\n  if (!isFunction(listener))\n    throw TypeError('listener must be a function');\n\n  if (!this._events)\n    this._events = {};\n\n  // To avoid recursion in the case that type === \"newListener\"! Before\n  // adding it to the listeners, first emit \"newListener\".\n  if (this._events.newListener)\n    this.emit('newListener', type,\n              isFunction(listener.listener) ?\n              listener.listener : listener);\n\n  if (!this._events[type])\n    // Optimize the case of one listener. Don't need the extra array object.\n    this._events[type] = listener;\n  else if (isObject(this._events[type]))\n    // If we've already got an array, just append.\n    this._events[type].push(listener);\n  else\n    // Adding the second element, need to change to array.\n    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0" id="130"/>
          <p:cNvPicPr>
            <a:picLocks noChangeAspect="true"/>
          </p:cNvPicPr>
          <p:nvPr/>
        </p:nvPicPr>
        <p:blipFill>
          <a:blip r:embed="rId1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0" id="1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<![CDATA[this._events[type] = [this._events[type], listener];\n\n  // Check for listener leak\n  if (isObject(this._events[type]) && !this._events[type].warned) {\n    if (!isUndefined(this._maxListeners)) {\n      m = this._maxListeners;\n    } else {\n      m = EventEmitter.defaultMaxListeners;\n    }\n\n    if (m && m > 0 && this._events[type].length > m) {\n      this._events[type].warned = true;\n      console.error('(node) warning: possible EventEmitter memory ' +\n                    'leak detected. %d listeners added. ' +\n                    'Use emitter.setMaxListeners() to increase limit.',\n                    this._events[type].length);\n      if (typeof console.trace === 'function') {\n        // not supported in IE 10\n        console.trace();\n      }\n    }\n  }\n\n  return this;\n};\n\nEventEmitter.prototype.on = EventEmitter.prototype.addListener;]]>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2" id="132"/>
          <p:cNvPicPr>
            <a:picLocks noChangeAspect="true"/>
          </p:cNvPicPr>
          <p:nvPr/>
        </p:nvPicPr>
        <p:blipFill>
          <a:blip r:embed="rId1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2" id="1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\n\nEventEmitter.prototype.once = function(type, listener) {\n  if (!isFunction(listener))\n    throw TypeError('listener must be a function');\n\n  var fired = false;\n\n  function g() {\n    this.removeListener(type, g);\n\n    if (!fired) {\n      fired = true;\n      listener.apply(this, arguments);\n    }\n  }\n\n  g.listener = listener;\n  this.on(type, g);\n\n  return this;\n};\n\n// emits a 'removeListener' event iff the listener was removed\nEventEmitter.prototype.removeListener = function(type, listener) {\n  var list, position, length, i;\n\n  if (!isFunction(listener))\n    throw TypeError('listener must be a function');\n\n  if (!this._events || !this._events[type])\n    return this;\n\n  list = this._events[type];\n  length = list.length;\n  position = -1;\n\n  if (list === listener ||\n      (isFunction(list.listener) &amp;&amp; list.listener === 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4" id="134"/>
          <p:cNvPicPr>
            <a:picLocks noChangeAspect="true"/>
          </p:cNvPicPr>
          <p:nvPr/>
        </p:nvPicPr>
        <p:blipFill>
          <a:blip r:embed="rId1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4" id="1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listener)) {\n    delete this._events[type];\n    if (this._events.removeListener)\n      this.emit('removeListener', type, listener);\n\n  } else if (isObject(list)) {\n    for (i = length; i-- &gt; 0;) {\n      if (list[i] === listener ||\n          (list[i].listener &amp;&amp; list[i].listener === listener)) {\n        position = i;\n        break;\n      }\n    }\n\n    if (position &lt; 0)\n      return this;\n\n    if (list.length === 1) {\n      list.length = 0;\n      delete this._events[type];\n    } else {\n      list.splice(position, 1);\n    }\n\n    if (this._events.removeListener)\n      this.emit('removeListener', type, listener);\n  }\n\n  return this;\n};\n\nEventEmitter.prototype.removeAllListeners = function(type) {\n  var key, listeners;\n\n  if (!this._events)\n    return this;\n\n  // not listening for removeListener, no need to emit\n  if (!this._events.removeListener) {\n    if (arguments.length === 0)\n      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6" id="136"/>
          <p:cNvPicPr>
            <a:picLocks noChangeAspect="true"/>
          </p:cNvPicPr>
          <p:nvPr/>
        </p:nvPicPr>
        <p:blipFill>
          <a:blip r:embed="rId1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6" id="1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this._events = {};\n    else if (this._events[type])\n      delete this._events[type];\n    return this;\n  }\n\n  // emit removeListener for all listeners on all events\n  if (arguments.length === 0) {\n    for (key in this._events) {\n      if (key === 'removeListener') continue;\n      this.removeAllListeners(key);\n    }\n    this.removeAllListeners('removeListener');\n    this._events = {};\n    return this;\n  }\n\n  listeners = this._events[type];\n\n  if (isFunction(listeners)) {\n    this.removeListener(type, listeners);\n  } else if (listeners) {\n    // LIFO order\n    while (listeners.length)\n      this.removeListener(type, listeners[listeners.length - 1]);\n  }\n  delete this._events[type];\n\n  return this;\n};\n\nEventEmitter.prototype.listeners = function(type) {\n  var ret;\n  if (!this._events || !this._events[type])\n    ret = 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8" id="138"/>
          <p:cNvPicPr>
            <a:picLocks noChangeAspect="true"/>
          </p:cNvPicPr>
          <p:nvPr/>
        </p:nvPicPr>
        <p:blipFill>
          <a:blip r:embed="rId1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8" id="1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[];\n  else if (isFunction(this._events[type]))\n    ret = [this._events[type]];\n  else\n    ret = this._events[type].slice();\n  return ret;\n};\n\nEventEmitter.prototype.listenerCount = function(type) {\n  if (this._events) {\n    var evlistener = this._events[type];\n\n    if (isFunction(evlistener))\n      return 1;\n    else if (evlistener)\n      return evlistener.length;\n  }\n  return 0;\n};\n\nEventEmitter.listenerCount = function(emitter, type) {\n  return emitter.listenerCount(type);\n};\n\nfunction isFunction(arg) {\n  return typeof arg === 'function';\n}\n\nfunction isNumber(arg) {\n  return typeof arg === 'number';\n}\n\nfunction isObject(arg) {\n  return typeof arg === 'object' &amp;&amp; arg !== null;\n}\n\nfunction isUndefined(arg) {\n  return arg === void 0;\n}\n\n//# sourceMappingURL=data:application/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0" id="140"/>
          <p:cNvPicPr>
            <a:picLocks noChangeAspect="true"/>
          </p:cNvPicPr>
          <p:nvPr/>
        </p:nvPicPr>
        <p:blipFill>
          <a:blip r:embed="rId1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0" id="1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json;charset=utf-8;base64,eyJ2ZXJzaW9uIjozLCJzb3VyY2VzIjpbIndlYnBhY2s6Ly8vLi9+L2V2ZW50cy9ldmVudHMuanM/N2M3MSJdLCJuYW1lcyI6W10sIm1hcHBpbmdzIjoiQUFBQTtBQUNBO0FBQ0E7QUFDQTtBQUNBO0FBQ0E7QUFDQTtBQUNBO0FBQ0E7QUFDQTtBQUNBO0FBQ0E7QUFDQTtBQUNBO0FBQ0E7QUFDQTtBQUNBO0FBQ0E7QUFDQTtBQUNBOztBQUVBO0FBQ0E7QUFDQTtBQUNBO0FBQ0E7O0FBRUE7QUFDQTs7QUFFQTtBQUNBOztBQUVBO0FBQ0E7QUFDQTs7QUFFQTtBQUNBO0FBQ0E7QUFDQTtBQUNBO0FBQ0E7QUFDQTtBQUNBOztBQUVBO0FBQ0E7O0FBRUE7QUFDQTs7QUFFQTtBQUNBO0FBQ0E7QUFDQTtBQUNBO0FBQ0E7QUFDQSxpQkFBaUI7QUFDakIsT0FBTztBQUNQO0FBQ0E7QUFDQTtBQUNBO0FBQ0E7QUFDQTtBQUNBOztBQUVBOztBQUVBO0FBQ0E7O0FBRUE7QUFDQTtBQUNBO0FBQ0E7QUFDQTtBQUNBO0FBQ0E7QUFDQTtBQUNBO0FBQ0E7QUFDQTtBQUNBO0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2" id="142"/>
          <p:cNvPicPr>
            <a:picLocks noChangeAspect="true"/>
          </p:cNvPicPr>
          <p:nvPr/>
        </p:nvPicPr>
        <p:blipFill>
          <a:blip r:embed="rId1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2" id="1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BQ0E7QUFDQTtBQUNBO0FBQ0E7QUFDQTtBQUNBLEdBQUc7QUFDSDtBQUNBO0FBQ0E7QUFDQSxlQUFlLFNBQVM7QUFDeEI7QUFDQTs7QUFFQTtBQUNBOztBQUVBO0FBQ0E7O0FBRUE7QUFDQTs7QUFFQTtBQUNBOztBQUVBO0FBQ0E7QUFDQTtBQUNBO0FBQ0E7QUFDQTs7QUFFQTtBQUNBO0FBQ0E7QUFDQTtBQUNBO0FBQ0E7QUFDQTtBQUNBO0FBQ0E7O0FBRUE7QUFDQTtBQUNBO0FBQ0E7QUFDQSxLQUFLO0FBQ0w7QUFDQTs7QUFFQTtBQUNBO0FBQ0E7QUFDQTtBQUNBO0FBQ0E7QUFDQTtBQUNBO0FBQ0E7QUFDQTtBQUNBO0FBQ0E7O0FBRUE7QUFDQTs7QUFFQTs7QUFFQTtBQUNBO0FBQ0E7O0FBRUE7O0FBRUE7QUFDQTs7QUFFQTtBQUNBO0FBQ0E7QUFDQTtBQUNBOztBQUVBO0FBQ0E7O0FBRUE7QUFDQTs7QUFFQTtBQUNBO0FBQ0E7O0FBRUE7QUFDQTs7QUFFQTtBQUNBOztBQUVBO0FBQ0E7QUFDQTs7QUFFQTtBQUNBO0FBQ0E7QUFDQTtBQUNBOztBQUVBLEdBQUc7QUFDS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4" id="144"/>
          <p:cNvPicPr>
            <a:picLocks noChangeAspect="true"/>
          </p:cNvPicPr>
          <p:nvPr/>
        </p:nvPicPr>
        <p:blipFill>
          <a:blip r:embed="rId1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4" id="1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xvQkFBb0IsU0FBUztBQUM3QjtBQUNBO0FBQ0E7QUFDQTtBQUNBO0FBQ0E7O0FBRUE7QUFDQTs7QUFFQTtBQUNBO0FBQ0E7QUFDQSxLQUFLO0FBQ0w7QUFDQTs7QUFFQTtBQUNBO0FBQ0E7O0FBRUE7QUFDQTs7QUFFQTtBQUNBOztBQUVBO0FBQ0E7O0FBRUE7QUFDQTtBQUNBO0FBQ0E7QUFDQTtBQUNBO0FBQ0E7QUFDQTs7QUFFQTtBQUNBO0FBQ0E7QUFDQTtBQUNBO0FBQ0E7QUFDQTtBQUNBO0FBQ0E7QUFDQTs7QUFFQTs7QUFFQTtBQUNBO0FBQ0EsR0FBRztBQUNIO0FBQ0E7QUFDQTtBQUNBO0FBQ0E7O0FBRUE7QUFDQTs7QUFFQTtBQUNBO0FBQ0E7QUFDQTtBQUNBO0FBQ0E7QUFDQTtBQUNBO0FBQ0E7QUFDQTs7QUFFQTtBQUNBO0FBQ0E7O0FBRUE7QUFDQTtBQUNBO0FBQ0E7QUFDQTtBQUNBO0FBQ0E7O0FBRUE7QUFDQTtBQUNBOztBQUVBO0FBQ0E7QUFDQTs7QUFFQTtBQUNBO0FBQ0E7O0FBRUE7QUFDQTtBQUNBOztBQUVBO0FBQ0E7QUFDQSIsImZpbGUiOiIxNi5qcyIsInN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6" id="146"/>
          <p:cNvPicPr>
            <a:picLocks noChangeAspect="true"/>
          </p:cNvPicPr>
          <p:nvPr/>
        </p:nvPicPr>
        <p:blipFill>
          <a:blip r:embed="rId1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6" id="1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vdXJjZXNDb250ZW50IjpbIi8vIENvcHlyaWdodCBKb3llbnQsIEluYy4gYW5kIG90aGVyIE5vZGUgY29udHJpYnV0b3JzLlxuLy9cbi8vIFBlcm1pc3Npb24gaXMgaGVyZWJ5IGdyYW50ZWQsIGZyZWUgb2YgY2hhcmdlLCB0byBhbnkgcGVyc29uIG9idGFpbmluZyBhXG4vLyBjb3B5IG9mIHRoaXMgc29mdHdhcmUgYW5kIGFzc29jaWF0ZWQgZG9jdW1lbnRhdGlvbiBmaWxlcyAodGhlXG4vLyBcIlNvZnR3YXJlXCIpLCB0byBkZWFsIGluIHRoZSBTb2Z0d2FyZSB3aXRob3V0IHJlc3RyaWN0aW9uLCBpbmNsdWRpbmdcbi8vIHdpdGhvdXQgbGltaXRhdGlvbiB0aGUgcmlnaHRzIHRvIHVzZSwgY29weSwgbW9kaWZ5LCBtZXJnZSwgcHVibGlzaCxcbi8vIGRpc3RyaWJ1dGUsIHN1YmxpY2Vuc2UsIGFuZC9vciBzZWxsIGNvcGllcyBvZiB0aGUgU29mdHdhcmUsIGFuZCB0byBwZXJtaXRcbi8vIHBlcnNvbnMgdG8gd2hvbSB0aGUgU29mdHdhcmUgaXMgZnVybmlzaGVkIHRvIGRvIHNvLCBzdWJqZWN0IHRvIHRoZVxuLy8gZm9sbG93aW5nIGNvbm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8" id="148"/>
          <p:cNvPicPr>
            <a:picLocks noChangeAspect="true"/>
          </p:cNvPicPr>
          <p:nvPr/>
        </p:nvPicPr>
        <p:blipFill>
          <a:blip r:embed="rId1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8" id="1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pdGlvbnM6XG4vL1xuLy8gVGhlIGFib3ZlIGNvcHlyaWdodCBub3RpY2UgYW5kIHRoaXMgcGVybWlzc2lvbiBub3RpY2Ugc2hhbGwgYmUgaW5jbHVkZWRcbi8vIGluIGFsbCBjb3BpZXMgb3Igc3Vic3RhbnRpYWwgcG9ydGlvbnMgb2YgdGhlIFNvZnR3YXJlLlxuLy9cbi8vIFRIRSBTT0ZUV0FSRSBJUyBQUk9WSURFRCBcIkFTIElTXCIsIFdJVEhPVVQgV0FSUkFOVFkgT0YgQU5ZIEtJTkQsIEVYUFJFU1Ncbi8vIE9SIElNUExJRUQsIElOQ0xVRElORyBCVVQgTk9UIExJTUlURUQgVE8gVEhFIFdBUlJBTlRJRVMgT0Zcbi8vIE1FUkNIQU5UQUJJTElUWSwgRklUTkVTUyBGT1IgQSBQQVJUSUNVTEFSIFBVUlBPU0UgQU5EIE5PTklORlJJTkdFTUVOVC4gSU5cbi8vIE5PIEVWRU5UIFNIQUxMIFRIRSBBVVRIT1JTIE9SIENPUFlSSUdIVCBIT0xERVJTIEJFIExJQUJMRSBGT1IgQU5ZIENMQUlNLFxuLy8gREFNQUdFUyBPUiBPVEhFUiBMSUFCSUxJVFksIFdIRVRIRVIgSU4gQU4gQUNUSU9OIE9GIENPTlRSQUNULCBUT1JUIE9SXG4vLyBPVEhFUldJU0U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0" id="150"/>
          <p:cNvPicPr>
            <a:picLocks noChangeAspect="true"/>
          </p:cNvPicPr>
          <p:nvPr/>
        </p:nvPicPr>
        <p:blipFill>
          <a:blip r:embed="rId1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0" id="1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IEFSSVNJTkcgRlJPTSwgT1VUIE9GIE9SIElOIENPTk5FQ1RJT04gV0lUSCBUSEUgU09GVFdBUkUgT1IgVEhFXG4vLyBVU0UgT1IgT1RIRVIgREVBTElOR1MgSU4gVEhFIFNPRlRXQVJFLlxuXG5mdW5jdGlvbiBFdmVudEVtaXR0ZXIoKSB7XG4gIHRoaXMuX2V2ZW50cyA9IHRoaXMuX2V2ZW50cyB8fCB7fTtcbiAgdGhpcy5fbWF4TGlzdGVuZXJzID0gdGhpcy5fbWF4TGlzdGVuZXJzIHx8IHVuZGVmaW5lZDtcbn1cbm1vZHVsZS5leHBvcnRzID0gRXZlbnRFbWl0dGVyO1xuXG4vLyBCYWNrd2FyZHMtY29tcGF0IHdpdGggbm9kZSAwLjEwLnhcbkV2ZW50RW1pdHRlci5FdmVudEVtaXR0ZXIgPSBFdmVudEVtaXR0ZXI7XG5cbkV2ZW50RW1pdHRlci5wcm90b3R5cGUuX2V2ZW50cyA9IHVuZGVmaW5lZDtcbkV2ZW50RW1pdHRlci5wcm90b3R5cGUuX21heExpc3RlbmVycyA9IHVuZGVmaW5lZDtcblxuLy8gQnkgZGVmYXVsdCBFdmVudEVtaXR0ZXJzIHdpbGwgcHJpbnQgYSB3YXJuaW5nIGlmIG1vcmUgdGhhbiAxMCBsaXN0ZW5l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2" id="152"/>
          <p:cNvPicPr>
            <a:picLocks noChangeAspect="true"/>
          </p:cNvPicPr>
          <p:nvPr/>
        </p:nvPicPr>
        <p:blipFill>
          <a:blip r:embed="rId1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2" id="1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nMgYXJlXG4vLyBhZGRlZCB0byBpdC4gVGhpcyBpcyBhIHVzZWZ1bCBkZWZhdWx0IHdoaWNoIGhlbHBzIGZpbmRpbmcgbWVtb3J5IGxlYWtzLlxuRXZlbnRFbWl0dGVyLmRlZmF1bHRNYXhMaXN0ZW5lcnMgPSAxMDtcblxuLy8gT2J2aW91c2x5IG5vdCBhbGwgRW1pdHRlcnMgc2hvdWxkIGJlIGxpbWl0ZWQgdG8gMTAuIFRoaXMgZnVuY3Rpb24gYWxsb3dzXG4vLyB0aGF0IHRvIGJlIGluY3JlYXNlZC4gU2V0IHRvIHplcm8gZm9yIHVubGltaXRlZC5cbkV2ZW50RW1pdHRlci5wcm90b3R5cGUuc2V0TWF4TGlzdGVuZXJzID0gZnVuY3Rpb24obikge1xuICBpZiAoIWlzTnVtYmVyKG4pIHx8IG4gPCAwIHx8IGlzTmFOKG4pKVxuICAgIHRocm93IFR5cGVFcnJvcignbiBtdXN0IGJlIGEgcG9zaXRpdmUgbnVtYmVyJyk7XG4gIHRoaXMuX21heExpc3RlbmVycyA9IG47XG4gIHJldHVybiB0aGlzO1xufTtcblxuRXZlbnRFbWl0dGVyLnByb3RvdHlwZS5lbWl0ID0gZnVuY3Rpb24odHlwZSkge1xuICB2YXIgZXIsIGhhbmRsZXIsIGxlbiwgYXJncyw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4" id="154"/>
          <p:cNvPicPr>
            <a:picLocks noChangeAspect="true"/>
          </p:cNvPicPr>
          <p:nvPr/>
        </p:nvPicPr>
        <p:blipFill>
          <a:blip r:embed="rId1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4" id="1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aSwgbGlzdGVuZXJzO1xuXG4gIGlmICghdGhpcy5fZXZlbnRzKVxuICAgIHRoaXMuX2V2ZW50cyA9IHt9O1xuXG4gIC8vIElmIHRoZXJlIGlzIG5vICdlcnJvcicgZXZlbnQgbGlzdGVuZXIgdGhlbiB0aHJvdy5cbiAgaWYgKHR5cGUgPT09ICdlcnJvcicpIHtcbiAgICBpZiAoIXRoaXMuX2V2ZW50cy5lcnJvciB8fFxuICAgICAgICAoaXNPYmplY3QodGhpcy5fZXZlbnRzLmVycm9yKSAmJiAhdGhpcy5fZXZlbnRzLmVycm9yLmxlbmd0aCkpIHtcbiAgICAgIGVyID0gYXJndW1lbnRzWzFdO1xuICAgICAgaWYgKGVyIGluc3RhbmNlb2YgRXJyb3IpIHtcbiAgICAgICAgdGhyb3cgZXI7IC8vIFVuaGFuZGxlZCAnZXJyb3InIGV2ZW50XG4gICAgICB9IGVsc2Uge1xuICAgICAgICAvLyBBdCBsZWFzdCBnaXZlIHNvbWUga2luZCBvZiBjb250ZXh0IHRvIHRoZSB1c2VyXG4gICAgICAgIHZhciBlcnIgPSBuZXcgRXJyb3IoJ1VuY2F1Z2h0LCB1bnNwZWNpZmllZCBcImVycm9yXCIgZXZlbnQuICgnICsgZXIgKyAnKScpO1xuICAgICAgICBlcnIuY29udGV4dCA9IGVyO1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6" id="156"/>
          <p:cNvPicPr>
            <a:picLocks noChangeAspect="true"/>
          </p:cNvPicPr>
          <p:nvPr/>
        </p:nvPicPr>
        <p:blipFill>
          <a:blip r:embed="rId1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6" id="1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xuICAgICAgICB0aHJvdyBlcnI7XG4gICAgICB9XG4gICAgfVxuICB9XG5cbiAgaGFuZGxlciA9IHRoaXMuX2V2ZW50c1t0eXBlXTtcblxuICBpZiAoaXNVbmRlZmluZWQoaGFuZGxlcikpXG4gICAgcmV0dXJuIGZhbHNlO1xuXG4gIGlmIChpc0Z1bmN0aW9uKGhhbmRsZXIpKSB7XG4gICAgc3dpdGNoIChhcmd1bWVudHMubGVuZ3RoKSB7XG4gICAgICAvLyBmYXN0IGNhc2VzXG4gICAgICBjYXNlIDE6XG4gICAgICAgIGhhbmRsZXIuY2FsbCh0aGlzKTtcbiAgICAgICAgYnJlYWs7XG4gICAgICBjYXNlIDI6XG4gICAgICAgIGhhbmRsZXIuY2FsbCh0aGlzLCBhcmd1bWVudHNbMV0pO1xuICAgICAgICBicmVhaztcbiAgICAgIGNhc2UgMzpcbiAgICAgICAgaGFuZGxlci5jYWxsKHRoaXMsIGFyZ3VtZW50c1sxXSwgYXJndW1lbnRzWzJdKTtcbiAgICAgICAgYnJlYWs7XG4gICAgICAvLyBzbG93ZXJcbiAgICAgIGRlZmF1bHQ6XG4gICAgICAgIGFyZ3MgPSBBcnJheS5wcm90b3R5cGUuc2xpY2UuY2FsbChhcmd1bWVudHMsIDEpO1xuICAgICAgICB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8" id="158"/>
          <p:cNvPicPr>
            <a:picLocks noChangeAspect="true"/>
          </p:cNvPicPr>
          <p:nvPr/>
        </p:nvPicPr>
        <p:blipFill>
          <a:blip r:embed="rId1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8" id="1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YW5kbGVyLmFwcGx5KHRoaXMsIGFyZ3MpO1xuICAgIH1cbiAgfSBlbHNlIGlmIChpc09iamVjdChoYW5kbGVyKSkge1xuICAgIGFyZ3MgPSBBcnJheS5wcm90b3R5cGUuc2xpY2UuY2FsbChhcmd1bWVudHMsIDEpO1xuICAgIGxpc3RlbmVycyA9IGhhbmRsZXIuc2xpY2UoKTtcbiAgICBsZW4gPSBsaXN0ZW5lcnMubGVuZ3RoO1xuICAgIGZvciAoaSA9IDA7IGkgPCBsZW47IGkrKylcbiAgICAgIGxpc3RlbmVyc1tpXS5hcHBseSh0aGlzLCBhcmdzKTtcbiAgfVxuXG4gIHJldHVybiB0cnVlO1xufTtcblxuRXZlbnRFbWl0dGVyLnByb3RvdHlwZS5hZGRMaXN0ZW5lciA9IGZ1bmN0aW9uKHR5cGUsIGxpc3RlbmVyKSB7XG4gIHZhciBtO1xuXG4gIGlmICghaXNGdW5jdGlvbihsaXN0ZW5lcikpXG4gICAgdGhyb3cgVHlwZUVycm9yKCdsaXN0ZW5lciBtdXN0IGJlIGEgZnVuY3Rpb24nKTtcblxuICBpZiAoIXRoaXMuX2V2ZW50cylcbiAgICB0aGlzLl9ldmVudHMgPSB7fTtcblxuICAvLyBUbyBhdm9pZCByZWN1cnNpb24gaW4gdGhlIGNhc2UgdGhh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0" id="160"/>
          <p:cNvPicPr>
            <a:picLocks noChangeAspect="true"/>
          </p:cNvPicPr>
          <p:nvPr/>
        </p:nvPicPr>
        <p:blipFill>
          <a:blip r:embed="rId1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0" id="1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CB0eXBlID09PSBcIm5ld0xpc3RlbmVyXCIhIEJlZm9yZVxuICAvLyBhZGRpbmcgaXQgdG8gdGhlIGxpc3RlbmVycywgZmlyc3QgZW1pdCBcIm5ld0xpc3RlbmVyXCIuXG4gIGlmICh0aGlzLl9ldmVudHMubmV3TGlzdGVuZXIpXG4gICAgdGhpcy5lbWl0KCduZXdMaXN0ZW5lcicsIHR5cGUsXG4gICAgICAgICAgICAgIGlzRnVuY3Rpb24obGlzdGVuZXIubGlzdGVuZXIpID9cbiAgICAgICAgICAgICAgbGlzdGVuZXIubGlzdGVuZXIgOiBsaXN0ZW5lcik7XG5cbiAgaWYgKCF0aGlzLl9ldmVudHNbdHlwZV0pXG4gICAgLy8gT3B0aW1pemUgdGhlIGNhc2Ugb2Ygb25lIGxpc3RlbmVyLiBEb24ndCBuZWVkIHRoZSBleHRyYSBhcnJheSBvYmplY3QuXG4gICAgdGhpcy5fZXZlbnRzW3R5cGVdID0gbGlzdGVuZXI7XG4gIGVsc2UgaWYgKGlzT2JqZWN0KHRoaXMuX2V2ZW50c1t0eXBlXSkpXG4gICAgLy8gSWYgd2UndmUgYWxyZWFkeSBnb3QgYW4gYXJyYXksIGp1c3QgYXBwZW5kLlxuICAgIHRoaXMuX2V2ZW50c1t0eXBlXS5wdXNoKGxpc3RlbmVy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2" id="162"/>
          <p:cNvPicPr>
            <a:picLocks noChangeAspect="true"/>
          </p:cNvPicPr>
          <p:nvPr/>
        </p:nvPicPr>
        <p:blipFill>
          <a:blip r:embed="rId1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2" id="1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KTtcbiAgZWxzZVxuICAgIC8vIEFkZGluZyB0aGUgc2Vjb25kIGVsZW1lbnQsIG5lZWQgdG8gY2hhbmdlIHRvIGFycmF5LlxuICAgIHRoaXMuX2V2ZW50c1t0eXBlXSA9IFt0aGlzLl9ldmVudHNbdHlwZV0sIGxpc3RlbmVyXTtcblxuICAvLyBDaGVjayBmb3IgbGlzdGVuZXIgbGVha1xuICBpZiAoaXNPYmplY3QodGhpcy5fZXZlbnRzW3R5cGVdKSAmJiAhdGhpcy5fZXZlbnRzW3R5cGVdLndhcm5lZCkge1xuICAgIGlmICghaXNVbmRlZmluZWQodGhpcy5fbWF4TGlzdGVuZXJzKSkge1xuICAgICAgbSA9IHRoaXMuX21heExpc3RlbmVycztcbiAgICB9IGVsc2Uge1xuICAgICAgbSA9IEV2ZW50RW1pdHRlci5kZWZhdWx0TWF4TGlzdGVuZXJzO1xuICAgIH1cblxuICAgIGlmIChtICYmIG0gPiAwICYmIHRoaXMuX2V2ZW50c1t0eXBlXS5sZW5ndGggPiBtKSB7XG4gICAgICB0aGlzLl9ldmVudHNbdHlwZV0ud2FybmVkID0gdHJ1ZTtcbiAgICAgIGNvbnNvbGUuZXJyb3IoJyhub2RlKSB3YXJuaW5nOiBwb3NzaWJsZSBFdmVudEVtaXR0ZXIgbWVtb3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4" id="164"/>
          <p:cNvPicPr>
            <a:picLocks noChangeAspect="true"/>
          </p:cNvPicPr>
          <p:nvPr/>
        </p:nvPicPr>
        <p:blipFill>
          <a:blip r:embed="rId1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4" id="1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J5ICcgK1xuICAgICAgICAgICAgICAgICAgICAnbGVhayBkZXRlY3RlZC4gJWQgbGlzdGVuZXJzIGFkZGVkLiAnICtcbiAgICAgICAgICAgICAgICAgICAgJ1VzZSBlbWl0dGVyLnNldE1heExpc3RlbmVycygpIHRvIGluY3JlYXNlIGxpbWl0LicsXG4gICAgICAgICAgICAgICAgICAgIHRoaXMuX2V2ZW50c1t0eXBlXS5sZW5ndGgpO1xuICAgICAgaWYgKHR5cGVvZiBjb25zb2xlLnRyYWNlID09PSAnZnVuY3Rpb24nKSB7XG4gICAgICAgIC8vIG5vdCBzdXBwb3J0ZWQgaW4gSUUgMTBcbiAgICAgICAgY29uc29sZS50cmFjZSgpO1xuICAgICAgfVxuICAgIH1cbiAgfVxuXG4gIHJldHVybiB0aGlzO1xufTtcblxuRXZlbnRFbWl0dGVyLnByb3RvdHlwZS5vbiA9IEV2ZW50RW1pdHRlci5wcm90b3R5cGUuYWRkTGlzdGVuZXI7XG5cbkV2ZW50RW1pdHRlci5wcm90b3R5cGUub25jZSA9IGZ1bmN0aW9uKHR5cGUsIGxpc3RlbmVyKSB7XG4gIGlmICghaXNGdW5jdGlvbihsaXN0ZW5lcikpXG4gICAgdGhyb3cgVHlwZUVycm9yKCdsaXN0ZW5lciBtdXN0IGJlI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6" id="166"/>
          <p:cNvPicPr>
            <a:picLocks noChangeAspect="true"/>
          </p:cNvPicPr>
          <p:nvPr/>
        </p:nvPicPr>
        <p:blipFill>
          <a:blip r:embed="rId1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6" id="1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EgZnVuY3Rpb24nKTtcblxuICB2YXIgZmlyZWQgPSBmYWxzZTtcblxuICBmdW5jdGlvbiBnKCkge1xuICAgIHRoaXMucmVtb3ZlTGlzdGVuZXIodHlwZSwgZyk7XG5cbiAgICBpZiAoIWZpcmVkKSB7XG4gICAgICBmaXJlZCA9IHRydWU7XG4gICAgICBsaXN0ZW5lci5hcHBseSh0aGlzLCBhcmd1bWVudHMpO1xuICAgIH1cbiAgfVxuXG4gIGcubGlzdGVuZXIgPSBsaXN0ZW5lcjtcbiAgdGhpcy5vbih0eXBlLCBnKTtcblxuICByZXR1cm4gdGhpcztcbn07XG5cbi8vIGVtaXRzIGEgJ3JlbW92ZUxpc3RlbmVyJyBldmVudCBpZmYgdGhlIGxpc3RlbmVyIHdhcyByZW1vdmVkXG5FdmVudEVtaXR0ZXIucHJvdG90eXBlLnJlbW92ZUxpc3RlbmVyID0gZnVuY3Rpb24odHlwZSwgbGlzdGVuZXIpIHtcbiAgdmFyIGxpc3QsIHBvc2l0aW9uLCBsZW5ndGgsIGk7XG5cbiAgaWYgKCFpc0Z1bmN0aW9uKGxpc3RlbmVyKSlcbiAgICB0aHJvdyBUeXBlRXJyb3IoJ2xpc3RlbmVyIG11c3QgYmUgYSBmdW5jdGlvbicpO1xuXG4gIGlmICghdGhpcy5fZXZlbnRzIHx8IC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8" id="168"/>
          <p:cNvPicPr>
            <a:picLocks noChangeAspect="true"/>
          </p:cNvPicPr>
          <p:nvPr/>
        </p:nvPicPr>
        <p:blipFill>
          <a:blip r:embed="rId1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8" id="1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0aGlzLl9ldmVudHNbdHlwZV0pXG4gICAgcmV0dXJuIHRoaXM7XG5cbiAgbGlzdCA9IHRoaXMuX2V2ZW50c1t0eXBlXTtcbiAgbGVuZ3RoID0gbGlzdC5sZW5ndGg7XG4gIHBvc2l0aW9uID0gLTE7XG5cbiAgaWYgKGxpc3QgPT09IGxpc3RlbmVyIHx8XG4gICAgICAoaXNGdW5jdGlvbihsaXN0Lmxpc3RlbmVyKSAmJiBsaXN0Lmxpc3RlbmVyID09PSBsaXN0ZW5lcikpIHtcbiAgICBkZWxldGUgdGhpcy5fZXZlbnRzW3R5cGVdO1xuICAgIGlmICh0aGlzLl9ldmVudHMucmVtb3ZlTGlzdGVuZXIpXG4gICAgICB0aGlzLmVtaXQoJ3JlbW92ZUxpc3RlbmVyJywgdHlwZSwgbGlzdGVuZXIpO1xuXG4gIH0gZWxzZSBpZiAoaXNPYmplY3QobGlzdCkpIHtcbiAgICBmb3IgKGkgPSBsZW5ndGg7IGktLSA+IDA7KSB7XG4gICAgICBpZiAobGlzdFtpXSA9PT0gbGlzdGVuZXIgfHxcbiAgICAgICAgICAobGlzdFtpXS5saXN0ZW5lciAmJiBsaXN0W2ldLmxpc3RlbmVyID09PSBsaXN0ZW5lcikpIHtcbiAgICAgICAgcG9zaXRpb24gPSBpO1xuICAgICAgICBicmV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0" id="170"/>
          <p:cNvPicPr>
            <a:picLocks noChangeAspect="true"/>
          </p:cNvPicPr>
          <p:nvPr/>
        </p:nvPicPr>
        <p:blipFill>
          <a:blip r:embed="rId1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0" id="1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aztcbiAgICAgIH1cbiAgICB9XG5cbiAgICBpZiAocG9zaXRpb24gPCAwKVxuICAgICAgcmV0dXJuIHRoaXM7XG5cbiAgICBpZiAobGlzdC5sZW5ndGggPT09IDEpIHtcbiAgICAgIGxpc3QubGVuZ3RoID0gMDtcbiAgICAgIGRlbGV0ZSB0aGlzLl9ldmVudHNbdHlwZV07XG4gICAgfSBlbHNlIHtcbiAgICAgIGxpc3Quc3BsaWNlKHBvc2l0aW9uLCAxKTtcbiAgICB9XG5cbiAgICBpZiAodGhpcy5fZXZlbnRzLnJlbW92ZUxpc3RlbmVyKVxuICAgICAgdGhpcy5lbWl0KCdyZW1vdmVMaXN0ZW5lcicsIHR5cGUsIGxpc3RlbmVyKTtcbiAgfVxuXG4gIHJldHVybiB0aGlzO1xufTtcblxuRXZlbnRFbWl0dGVyLnByb3RvdHlwZS5yZW1vdmVBbGxMaXN0ZW5lcnMgPSBmdW5jdGlvbih0eXBlKSB7XG4gIHZhciBrZXksIGxpc3RlbmVycztcblxuICBpZiAoIXRoaXMuX2V2ZW50cylcbiAgICByZXR1cm4gdGhpcztcblxuICAvLyBub3QgbGlzdGVuaW5nIGZvciByZW1vdmVMaXN0ZW5lciwgbm8gbmVlZCB0byBlbWl0XG4gIGlmICghdGhpcy5fZXZlbnRzLnJlbW92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2" id="172"/>
          <p:cNvPicPr>
            <a:picLocks noChangeAspect="true"/>
          </p:cNvPicPr>
          <p:nvPr/>
        </p:nvPicPr>
        <p:blipFill>
          <a:blip r:embed="rId1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2" id="1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ZUxpc3RlbmVyKSB7XG4gICAgaWYgKGFyZ3VtZW50cy5sZW5ndGggPT09IDApXG4gICAgICB0aGlzLl9ldmVudHMgPSB7fTtcbiAgICBlbHNlIGlmICh0aGlzLl9ldmVudHNbdHlwZV0pXG4gICAgICBkZWxldGUgdGhpcy5fZXZlbnRzW3R5cGVdO1xuICAgIHJldHVybiB0aGlzO1xuICB9XG5cbiAgLy8gZW1pdCByZW1vdmVMaXN0ZW5lciBmb3IgYWxsIGxpc3RlbmVycyBvbiBhbGwgZXZlbnRzXG4gIGlmIChhcmd1bWVudHMubGVuZ3RoID09PSAwKSB7XG4gICAgZm9yIChrZXkgaW4gdGhpcy5fZXZlbnRzKSB7XG4gICAgICBpZiAoa2V5ID09PSAncmVtb3ZlTGlzdGVuZXInKSBjb250aW51ZTtcbiAgICAgIHRoaXMucmVtb3ZlQWxsTGlzdGVuZXJzKGtleSk7XG4gICAgfVxuICAgIHRoaXMucmVtb3ZlQWxsTGlzdGVuZXJzKCdyZW1vdmVMaXN0ZW5lcicpO1xuICAgIHRoaXMuX2V2ZW50cyA9IHt9O1xuICAgIHJldHVybiB0aGlzO1xuICB9XG5cbiAgbGlzdGVuZXJzID0gdGhpcy5fZXZlbnRzW3R5cGVdO1xuXG4gIGlmIChpc0Z1bmN0aW9uK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4" id="174"/>
          <p:cNvPicPr>
            <a:picLocks noChangeAspect="true"/>
          </p:cNvPicPr>
          <p:nvPr/>
        </p:nvPicPr>
        <p:blipFill>
          <a:blip r:embed="rId1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4" id="1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xpc3RlbmVycykpIHtcbiAgICB0aGlzLnJlbW92ZUxpc3RlbmVyKHR5cGUsIGxpc3RlbmVycyk7XG4gIH0gZWxzZSBpZiAobGlzdGVuZXJzKSB7XG4gICAgLy8gTElGTyBvcmRlclxuICAgIHdoaWxlIChsaXN0ZW5lcnMubGVuZ3RoKVxuICAgICAgdGhpcy5yZW1vdmVMaXN0ZW5lcih0eXBlLCBsaXN0ZW5lcnNbbGlzdGVuZXJzLmxlbmd0aCAtIDFdKTtcbiAgfVxuICBkZWxldGUgdGhpcy5fZXZlbnRzW3R5cGVdO1xuXG4gIHJldHVybiB0aGlzO1xufTtcblxuRXZlbnRFbWl0dGVyLnByb3RvdHlwZS5saXN0ZW5lcnMgPSBmdW5jdGlvbih0eXBlKSB7XG4gIHZhciByZXQ7XG4gIGlmICghdGhpcy5fZXZlbnRzIHx8ICF0aGlzLl9ldmVudHNbdHlwZV0pXG4gICAgcmV0ID0gW107XG4gIGVsc2UgaWYgKGlzRnVuY3Rpb24odGhpcy5fZXZlbnRzW3R5cGVdKSlcbiAgICByZXQgPSBbdGhpcy5fZXZlbnRzW3R5cGVdXTtcbiAgZWxzZVxuICAgIHJldCA9IHRoaXMuX2V2ZW50c1t0eXBlXS5zbGljZSgpO1xuICByZXR1cm4gcmV0O1xufTtcblxuRXZlbnRFbW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6" id="176"/>
          <p:cNvPicPr>
            <a:picLocks noChangeAspect="true"/>
          </p:cNvPicPr>
          <p:nvPr/>
        </p:nvPicPr>
        <p:blipFill>
          <a:blip r:embed="rId1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6" id="1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l0dGVyLnByb3RvdHlwZS5saXN0ZW5lckNvdW50ID0gZnVuY3Rpb24odHlwZSkge1xuICBpZiAodGhpcy5fZXZlbnRzKSB7XG4gICAgdmFyIGV2bGlzdGVuZXIgPSB0aGlzLl9ldmVudHNbdHlwZV07XG5cbiAgICBpZiAoaXNGdW5jdGlvbihldmxpc3RlbmVyKSlcbiAgICAgIHJldHVybiAxO1xuICAgIGVsc2UgaWYgKGV2bGlzdGVuZXIpXG4gICAgICByZXR1cm4gZXZsaXN0ZW5lci5sZW5ndGg7XG4gIH1cbiAgcmV0dXJuIDA7XG59O1xuXG5FdmVudEVtaXR0ZXIubGlzdGVuZXJDb3VudCA9IGZ1bmN0aW9uKGVtaXR0ZXIsIHR5cGUpIHtcbiAgcmV0dXJuIGVtaXR0ZXIubGlzdGVuZXJDb3VudCh0eXBlKTtcbn07XG5cbmZ1bmN0aW9uIGlzRnVuY3Rpb24oYXJnKSB7XG4gIHJldHVybiB0eXBlb2YgYXJnID09PSAnZnVuY3Rpb24nO1xufVxuXG5mdW5jdGlvbiBpc051bWJlcihhcmcpIHtcbiAgcmV0dXJuIHR5cGVvZiBhcmcgPT09ICdudW1iZXInO1xufVxuXG5mdW5jdGlvbiBpc09iamVjdChhcmcpIHtcbiAgcmV0dXJuIHR5cGVvZiBhcmcgPT09IC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8" id="178"/>
          <p:cNvPicPr>
            <a:picLocks noChangeAspect="true"/>
          </p:cNvPicPr>
          <p:nvPr/>
        </p:nvPicPr>
        <p:blipFill>
          <a:blip r:embed="rId1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8" id="1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vYmplY3QnICYmIGFyZyAhPT0gbnVsbDtcbn1cblxuZnVuY3Rpb24gaXNVbmRlZmluZWQoYXJnKSB7XG4gIHJldHVybiBhcmcgPT09IHZvaWQgMDtcbn1cblxuXG5cbi8vLy8vLy8vLy8vLy8vLy8vL1xuLy8gV0VCUEFDSyBGT09URVJcbi8vIC4vfi9ldmVudHMvZXZlbnRzLmpzXG4vLyBtb2R1bGUgaWQgPSAxNlxuLy8gbW9kdWxlIGNodW5rcyA9IDEiXSwic291cmNlUm9vdCI6IiJ9");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/***/ }),</a:t>
            </a:r>
          </a:p>
          <a:p>
            <a:r>
              <a:rPr lang="en-US" sz="3700">
                <a:solidFill>
                  <a:srgbClr val="252525"/>
                </a:solidFill>
              </a:rPr>
              <a:t>/* 17 */</a:t>
            </a:r>
          </a:p>
          <a:p>
            <a:r>
              <a:rPr lang="en-US" sz="3700">
                <a:solidFill>
                  <a:srgbClr val="252525"/>
                </a:solidFill>
              </a:rPr>
              <a:t>/***/ (function(module, exports, __webpack_require__) {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	eval("'use strict';\n\nObject.defineProperty(exports, \"__esModule\", {\n\tvalue: true\n});\nexports.Keyboard = undefined;\n\nvar _createClass = function () { function defineProperties(target, props) { for (var i = </a:t>
            </a: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0" id="180"/>
          <p:cNvPicPr>
            <a:picLocks noChangeAspect="true"/>
          </p:cNvPicPr>
          <p:nvPr/>
        </p:nvPicPr>
        <p:blipFill>
          <a:blip r:embed="rId1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0" id="1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0; i &lt; props.length; i++) { var descriptor = props[i]; descriptor.enumerable = descriptor.enumerable || false; descriptor.configurable = true; if (\"value\" in descriptor) descriptor.writable = true; Object.defineProperty(target, descriptor.key, descriptor); } } return function (Constructor, protoProps, staticProps) { if (protoProps) defineProperties(Constructor.prototype, protoProps); if (staticProps) defineProperties(Constructor, staticProps); return Constructor; }; }();\n\nvar _audiokeys = __webpack_require__(18);\n\nvar _audiokeys2 = _interopRequireDefault(_audiokeys);\n\nvar _Tone = __webpack_require__(19);\n\nvar _Tone2 = _interopRequireDefault(_Tone);\n\nvar _events = __webpack_require__(16);\n\nvar _events2 = </a:t>
            </a: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2" id="182"/>
          <p:cNvPicPr>
            <a:picLocks noChangeAspect="true"/>
          </p:cNvPicPr>
          <p:nvPr/>
        </p:nvPicPr>
        <p:blipFill>
          <a:blip r:embed="rId1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2" id="1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_interopRequireDefault(_events);\n\nvar _Element = __webpack_require__(20);\n\nvar _bucketsJs = __webpack_require__(28);\n\nvar _bucketsJs2 = _interopRequireDefault(_bucketsJs);\n\nvar _Buffer = __webpack_require__(29);\n\nvar _Buffer2 = _interopRequireDefault(_Buffer);\n\nfunction _interopRequireDefault(obj) { return obj &amp;&amp; obj.__esModule ? obj : { default: obj }; }\n\nfunction _classCallCheck(instance, Constructor) { if (!(instance instanceof Constructor)) { throw new TypeError(\"Cannot call a class as a function\"); } }\n\nfunction _possibleConstructorReturn(self, call) { if (!self) { throw new ReferenceError(\"this hasn't been initialised - super() hasn't been called\"); } return call &amp;&amp; (typeof call === \"object\" || typeof call === \"function\") ? </a:t>
            </a: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4" id="184"/>
          <p:cNvPicPr>
            <a:picLocks noChangeAspect="true"/>
          </p:cNvPicPr>
          <p:nvPr/>
        </p:nvPicPr>
        <p:blipFill>
          <a:blip r:embed="rId1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4" id="1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call : self; }\n\nfunction _inherits(subClass, superClass) { if (typeof superClass !== \"function\" &amp;&amp; superClass !== null) { throw new TypeError(\"Super expression must either be null or a function, not \" + typeof superClass); } subClass.prototype = Object.create(superClass &amp;&amp; superClass.prototype, { constructor: { value: subClass, enumerable: false, writable: true, configurable: true } }); if (superClass) Object.setPrototypeOf ? Object.setPrototypeOf(subClass, superClass) : subClass.__proto__ = superClass; } /**\n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Copyright 2016 Google Inc.\n                         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6" id="186"/>
          <p:cNvPicPr>
            <a:picLocks noChangeAspect="true"/>
          </p:cNvPicPr>
          <p:nvPr/>
        </p:nvPicPr>
        <p:blipFill>
          <a:blip r:embed="rId1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6" id="187"/>
          <p:cNvSpPr txBox="true"/>
          <p:nvPr/>
        </p:nvSpPr>
        <p:spPr>
          <a:xfrm>
            <a:off x="5930900" y="5118100"/>
            <a:ext cx="11887200" cy="119380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Licensed under the Apache License, Version 2.0 (the \"License\");\n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you 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8" id="188"/>
          <p:cNvPicPr>
            <a:picLocks noChangeAspect="true"/>
          </p:cNvPicPr>
          <p:nvPr/>
        </p:nvPicPr>
        <p:blipFill>
          <a:blip r:embed="rId1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8" id="1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may not use this file except in compliance with the License.\n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You may obtain a copy of the License at\n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0" id="190"/>
          <p:cNvPicPr>
            <a:picLocks noChangeAspect="true"/>
          </p:cNvPicPr>
          <p:nvPr/>
        </p:nvPicPr>
        <p:blipFill>
          <a:blip r:embed="rId1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0" id="1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                                                       *     </a:t>
            </a:r>
            <a:r>
              <a:rPr lang="en-US" sz="3700">
                <a:solidFill>
                  <a:srgbClr val="252525"/>
                </a:solidFill>
              </a:rPr>
              <a:t>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Unless required by applicable law or agreed to in writing, software\n                                                                                                                                                                                </a:t>
            </a:r>
          </a:p>
        </p:txBody>
      </p:sp>
      <p:pic>
        <p:nvPicPr>
          <p:cNvPr name="Picture 192" id="192">
            <a:hlinkClick r:id="rId193"/>
          </p:cNvPr>
          <p:cNvPicPr>
            <a:picLocks noChangeAspect="true"/>
          </p:cNvPicPr>
          <p:nvPr/>
        </p:nvPicPr>
        <p:blipFill>
          <a:blip r:embed="rId192"/>
          <a:stretch>
            <a:fillRect/>
          </a:stretch>
        </p:blipFill>
        <p:spPr>
          <a:xfrm>
            <a:off x="6451600" y="317500"/>
            <a:ext cx="108204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4" id="194"/>
          <p:cNvPicPr>
            <a:picLocks noChangeAspect="true"/>
          </p:cNvPicPr>
          <p:nvPr/>
        </p:nvPicPr>
        <p:blipFill>
          <a:blip r:embed="rId1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4" id="195"/>
          <p:cNvSpPr txBox="true"/>
          <p:nvPr/>
        </p:nvSpPr>
        <p:spPr>
          <a:xfrm>
            <a:off x="5930900" y="3606800"/>
            <a:ext cx="11887200" cy="13449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distributed under the License is distributed on an \"AS IS\" BASIS,\n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WITHOUT WARRANTIES OR CONDITIONS OF ANY KIND, either express or implied.\n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See the 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6" id="196"/>
          <p:cNvPicPr>
            <a:picLocks noChangeAspect="true"/>
          </p:cNvPicPr>
          <p:nvPr/>
        </p:nvPicPr>
        <p:blipFill>
          <a:blip r:embed="rId1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6" id="1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License for the specific language governing permissions and\n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 limitations under the License.\n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*/\n\nvar Keyboard = function (_events$EventEmitter) {\n\t_inherits(Keyboard, _events$EventEmitter);\n\n\tfunction Keyboard(container, midi, magenta, notifier) {\n\t\t_classCallCheck(this, </a:t>
            </a: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8" id="198"/>
          <p:cNvPicPr>
            <a:picLocks noChangeAspect="true"/>
          </p:cNvPicPr>
          <p:nvPr/>
        </p:nvPicPr>
        <p:blipFill>
          <a:blip r:embed="rId1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8" id="1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Keyboard);\n\n\t\tvar _this = _possibleConstructorReturn(this, (Keyboard.__proto__ || Object.getPrototypeOf(Keyboard)).call(this));\n\n\t\t_this._container = container;\n\t\t_this._midi = midi;\n\t\t_this._magenta = magenta;\n\t\t_this._notifier = notifier;\n\n\t\t_this._active = false;\n\t\t_this._drumMode = false;\n\t\t_this._soloMode = false;\n\n\t\t/**\n   * The audio key keyboard\n   * @type {AudioKeys}\n   */\n\t\t_this._keyboard = new _audiokeys2.default({ polyphony: 88, rows: 1, octaveControls: false });\n\t\t_this._keyboard.down(function (e) {\n\t\t\t// The drums model only plays lower \"notes\".\n\t\t\tvar note = e.note - _this._drumMode * 24;\n\t\t\t_this.keyDown(note, undefined, false, _this._drumMode);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0" id="200"/>
          <p:cNvPicPr>
            <a:picLocks noChangeAspect="true"/>
          </p:cNvPicPr>
          <p:nvPr/>
        </p:nvPicPr>
        <p:blipFill>
          <a:blip r:embed="rId2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0" id="2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\n\t\t\t_this._emitKeyDown(note, undefined, false, _this._drumMode);\n\t\t});\n\t\t_this._keyboard.up(function (e) {\n\t\t\t// The drums model only plays lower \"notes\".\n\t\t\tvar note = e.note - _this._drumMode * 24;\n\t\t\t_this.keyUp(note, undefined, false, _this._drumMode);\n\t\t\t_this._emitKeyUp(note, undefined, false, _this._drumMode);\n\t\t});\n\n\t\t/**\n   * The piano interface\n   */\n\t\t_this._keyboardInterface = new _Element.KeyboardElement(container, 48, 2);\n\t\t_this._keyboardInterface.on('keyDown', function (note) {\n\t\t\t_this.keyDown(note, undefined, false, _this._drumMode);\n\t\t\t_this._emitKeyDown(note, undefined, false, _this._drumMode);\n\t\t});\n\t\t_this._keyboardInterface.on('keyUp', </a:t>
            </a:r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2" id="202"/>
          <p:cNvPicPr>
            <a:picLocks noChangeAspect="true"/>
          </p:cNvPicPr>
          <p:nvPr/>
        </p:nvPicPr>
        <p:blipFill>
          <a:blip r:embed="rId2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2" id="2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function (note) {\n\t\t\t_this.keyUp(note, undefined, false, _this._drumMode);\n\t\t\t_this._emitKeyUp(note, undefined, false, _this._drumMode);\n\t\t});\n\n\t\twindow.addEventListener('resize', _this._resize.bind(_this));\n\t\t//size initially\n\t\t_this._resize();\n\n\t\t//make sure they don't get double clicked\n\t\t_this._currentKeys = {};\n\n\t\t//a queue of all of the events\n\t\t_this._eventQueue = new _bucketsJs2.default.PriorityQueue(function (a, b) {\n\t\t\treturn b.time - a.time;\n\t\t});\n\t\t_this._boundLoop = _this._loop.bind(_this);\n\t\t_this._loop();\n\n\t\tvar bottom = document.createElement('div');\n\t\tbottom.id = 'bottom';\n\t\tcontainer.appendChild(bottom);\n\n\t\t//the midi input\n\t\t_this._midi.on('keyDown', 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4" id="204"/>
          <p:cNvPicPr>
            <a:picLocks noChangeAspect="true"/>
          </p:cNvPicPr>
          <p:nvPr/>
        </p:nvPicPr>
        <p:blipFill>
          <a:blip r:embed="rId2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4" id="2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function (note, time, ai, drum) {\n\t\t\tif (_this._drumMode == drum) {\n\t\t\t\t_this.keyDown(note, time, ai, drum);\n\t\t\t}\n\t\t\t_this._emitKeyDown(note, time, ai, drum);\n\t\t});\n\t\t_this._midi.on('keyUp', function (note, time, ai, drum) {\n\t\t\tif (_this._drumMode == drum) {\n\t\t\t\t_this.keyUp(note, time, ai, drum);\n\t\t\t}\n\t\t\t_this._emitKeyUp(note, time, ai, drum);\n\t\t});\n\t\treturn _this;\n\t}\n\n\t_createClass(Keyboard, [{\n\t\tkey: '_loop',\n\t\tvalue: function _loop() {\n\t\t\trequestAnimationFrame(this._boundLoop);\n\t\t\tvar now = _Tone2.default.now();\n\t\t\twhile (!this._eventQueue.isEmpty() &amp;&amp; this._eventQueue.peek().time &lt;= now) {\n\t\t\t\tvar event = this._eventQueue.dequeue();</a:t>
            </a:r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6" id="206"/>
          <p:cNvPicPr>
            <a:picLocks noChangeAspect="true"/>
          </p:cNvPicPr>
          <p:nvPr/>
        </p:nvPicPr>
        <p:blipFill>
          <a:blip r:embed="rId2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6" id="2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<![CDATA[\n\t\t\t\tevent.callback();\n\t\t\t}\n\t\t}\n\t}, {\n\t\tkey: '_emitKeyDown',\n\t\tvalue: function _emitKeyDown(note) {\n\t\t\tvar time = arguments.length > 1 && arguments[1] !== undefined ? arguments[1] : _Tone2.default.now();\n\t\t\tvar ai = arguments.length > 2 && arguments[2] !== undefined ? arguments[2] : false;\n\t\t\tvar drum = arguments.length > 3 && arguments[3] !== undefined ? arguments[3] : false;\n\n\t\t\tif (this._active) {\n\t\t\t\tthis.emit('keyDown', note, time, ai, drum);\n\t\t\t}\n\t\t}\n\t}, {\n\t\tkey: '_emitKeyUp',\n\t\tvalue: function _emitKeyUp(note) {\n\t\t\tvar time = arguments.length > 1 && arguments[1] !== undefined ? arguments[1] : _Tone2.default.now();\n\t\t\tvar ai = arguments.length > 2 && arguments[2] !== undefined ? arguments[2] : false;\n\t\t\tvar drum = arguments.length > 3 && ]]>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8" id="208"/>
          <p:cNvPicPr>
            <a:picLocks noChangeAspect="true"/>
          </p:cNvPicPr>
          <p:nvPr/>
        </p:nvPicPr>
        <p:blipFill>
          <a:blip r:embed="rId2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8" id="2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<![CDATA[arguments[3] !== undefined ? arguments[3] : false;\n\n\t\t\tif (this._active) {\n\t\t\t\tthis.emit('keyUp', note, time, ai, drum);\n\t\t\t}\n\t\t}\n\t}, {\n\t\tkey: 'keyDown',\n\t\tvalue: function keyDown(note) {\n\t\t\tvar time = arguments.length > 1 && arguments[1] !== undefined ? arguments[1] : _Tone2.default.now();\n\t\t\tvar ai = arguments.length > 2 && arguments[2] !== undefined ? arguments[2] : false;\n\t\t\tvar drum = arguments.length > 3 && arguments[3] !== undefined ? arguments[3] : false;\n\n\t\t\tif (!this._active) {\n\t\t\t\treturn;\n\t\t\t}\n\t\t\tif (!ai && !this._soloMode) {\n\t\t\t\tthis._magenta.selected().sendKeyDown(note);\n\t\t\t}\n\t\t\tif (!this._currentKeys[note]) {\n\t\t\t\tthis._currentKeys[note] = 0;\n\t\t\t}\n\t\t\tthis._currentKeys[note] += ]]></a:t>
            </a:r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0" id="210"/>
          <p:cNvPicPr>
            <a:picLocks noChangeAspect="true"/>
          </p:cNvPicPr>
          <p:nvPr/>
        </p:nvPicPr>
        <p:blipFill>
          <a:blip r:embed="rId2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0" id="2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<![CDATA[1;\n\t\t\tthis._eventQueue.add({\n\t\t\t\ttime: time,\n\t\t\t\tcallback: this._keyboardInterface.keyDown.bind(this._keyboardInterface, note, ai)\n\t\t\t});\n\t\t}\n\t}, {\n\t\tkey: 'keyUp',\n\t\tvalue: function keyUp(note) {\n\t\t\tvar time = arguments.length > 1 && arguments[1] !== undefined ? arguments[1] : _Tone2.default.now();\n\t\t\tvar ai = arguments.length > 2 && arguments[2] !== undefined ? arguments[2] : false;\n\t\t\tvar drum = arguments.length > 3 && arguments[3] !== undefined ? arguments[3] : false;\n\n\t\t\tif (!this._active) {\n\t\t\t\treturn;\n\t\t\t}\n\t\t\tif (!ai && !this._soloMode) {\n\t\t\t\tthis._magenta.selected().sendKeyUp(note);\n\t\t\t}\n\t\t\t//add a little time to it in edge cases where the keydown and keyup are at the same time\n\t\t\ttime += 0.01;\n\t\t\tif (this._currentKeys[note]) ]]>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2" id="212"/>
          <p:cNvPicPr>
            <a:picLocks noChangeAspect="true"/>
          </p:cNvPicPr>
          <p:nvPr/>
        </p:nvPicPr>
        <p:blipFill>
          <a:blip r:embed="rId2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2" id="2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{\n\t\t\t\tthis._currentKeys[note] -= 1;\n\t\t\t\tthis._eventQueue.add({\n\t\t\t\t\ttime: time,\n\t\t\t\t\tcallback: this._keyboardInterface.keyUp.bind(this._keyboardInterface, note, ai)\n\t\t\t\t});\n\t\t\t}\n\t\t}\n\t}, {\n\t\tkey: 'toggleDrumMode',\n\t\tvalue: function toggleDrumMode() {\n\t\t\tthis._drumMode = !this._drumMode;\n\t\t\tthis._keyboardInterface.panic(true);\n\t\t\tthis._keyboardInterface.panic(false);\n\t\t\tif (this._drumMode) {\n\t\t\t\tthis._notifier.notify('Switched to &lt;b&gt;Drums&lt;/b&gt;');\n\t\t\t} else {\n\t\t\t\tthis._notifier.notify('Switched to &lt;b&gt;Piano&lt;/b&gt;');\n\t\t\t}\n\t\t}\n\t}, {\n\t\tkey: 'toggleSoloMode',\n\t\tvalue: function toggleSoloMode() {\n\t\t\tthis._soloMode = !this._soloMode;\n\t\t\tif (this._soloMode) </a:t>
            </a:r>
          </a:p>
        </p:txBody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4" id="214"/>
          <p:cNvPicPr>
            <a:picLocks noChangeAspect="true"/>
          </p:cNvPicPr>
          <p:nvPr/>
        </p:nvPicPr>
        <p:blipFill>
          <a:blip r:embed="rId2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4" id="2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{\n\t\t\t\tthis._notifier.notify('&lt;b&gt;Solo Mode&lt;/b&gt; enabled');\n\t\t\t} else {\n\t\t\t\tthis._notifier.notify('&lt;b&gt;Solo Mode&lt;/b&gt; disabled');\n\t\t\t}\n\t\t}\n\t}, {\n\t\tkey: '_resize',\n\t\tvalue: function _resize() {\n\t\t\tvar keyWidth = 24;\n\t\t\tvar octaves = Math.round(window.innerWidth / keyWidth / 12);\n\t\t\toctaves = Math.max(octaves, 2);\n\t\t\toctaves = Math.min(octaves, 7);\n\t\t\tvar baseNote = 36;\n\t\t\tthis._keyboardInterface.resize(baseNote, octaves);\n\t\t}\n\t}, {\n\t\tkey: 'activate',\n\t\tvalue: function activate() {\n\t\t\tcontainer.classList.add('focus');\n\t\t\tthis._active = true;\n\t\t}\n\t}, {\n\t\tkey: 'deactivate',\n\t\tvalue: function deactivate() {\n\t\t\tcontainer.classList.remove('focus');\n\t\t\tthis._active = false;\n\t\t}\n\t}]);\n\n\treturn Keyboard;\n}</a:t>
            </a:r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6" id="216"/>
          <p:cNvPicPr>
            <a:picLocks noChangeAspect="true"/>
          </p:cNvPicPr>
          <p:nvPr/>
        </p:nvPicPr>
        <p:blipFill>
          <a:blip r:embed="rId2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6" id="2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(_events2.default.EventEmitter);\n\nexports.Keyboard = Keyboard;\n//# sourceMappingURL=data:application/json;charset=utf-8;base64,eyJ2ZXJzaW9uIjozLCJzb3VyY2VzIjpbIndlYnBhY2s6Ly8vLi9zcmMva2V5Ym9hcmQvS2V5Ym9hcmQuanM/MzE2NyJdLCJuYW1lcyI6WyJLZXlib2FyZCIsImNvbnRhaW5lciIsIm1pZGkiLCJtYWdlbnRhIiwibm90aWZpZXIiLCJfY29udGFpbmVyIiwiX21pZGkiLCJfbWFnZW50YSIsIl9ub3RpZmllciIsIl9hY3RpdmUiLCJfZHJ1bU1vZGUiLCJfc29sb01vZGUiLCJfa2V5Ym9hcmQiLCJwb2x5cGhvbnkiLCJyb3dzIiwib2N0YXZlQ29udHJvbHMiLCJkb3duIiwiZSIsIm5vdGUiLCJrZXlEb3duIiwidW5kZWZpbmVkIiwiX2VtaXRLZXlEb3duIiwidXAiLCJrZXlVcCIsIl9lbWl0S2V5VXAiLCJfa2V5Ym9hcmRJbnRlcmZhY2UiLCJvbiIsIndpbmRvdyIsImFkZEV2ZW50TGlzdGVuZXIiLCJfcmVzaXplIiwiYmluZCIsIl9jdXJyZW50S2V5cyIsIl9ldmVudFF1ZXVlIiwiU</a:t>
            </a:r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8" id="218"/>
          <p:cNvPicPr>
            <a:picLocks noChangeAspect="true"/>
          </p:cNvPicPr>
          <p:nvPr/>
        </p:nvPicPr>
        <p:blipFill>
          <a:blip r:embed="rId2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8" id="2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Jpb3JpdHlRdWV1ZSIsImEiLCJiIiwidGltZSIsIl9ib3VuZExvb3AiLCJfbG9vcCIsImJvdHRvbSIsImRvY3VtZW50IiwiY3JlYXRlRWxlbWVudCIsImlkIiwiYXBwZW5kQ2hpbGQiLCJhaSIsImRydW0iLCJyZXF1ZXN0QW5pbWF0aW9uRnJhbWUiLCJub3ciLCJpc0VtcHR5IiwicGVlayIsImV2ZW50IiwiZGVxdWV1ZSIsImNhbGxiYWNrIiwiZW1pdCIsInNlbGVjdGVkIiwic2VuZEtleURvd24iLCJhZGQiLCJzZW5kS2V5VXAiLCJwYW5pYyIsIm5vdGlmeSIsImtleVdpZHRoIiwib2N0YXZlcyIsIk1hdGgiLCJyb3VuZCIsImlubmVyV2lkdGgiLCJtYXgiLCJtaW4iLCJiYXNlTm90ZSIsInJlc2l6ZSIsImNsYXNzTGlzdCIsInJlbW92ZSIsIkV2ZW50RW1pdHRlciJdLCJtYXBwaW5ncyI6Ijs7Ozs7Ozs7O0FBZ0JBOzs7O0FBQ0E7Ozs7QUFDQTs7OztBQUNBOztBQUNBOzs7O0FBQ0E7Ozs7Ozs7Ozs7K2VBckJBOzs7Ozs7Ozs7Ozs7Ozs7O0lBdUJNQSxROzs7QUFDTCxtQkFBWUMsU0FBWixFQUF1QkMsSUFBdkIsRUFBNkJDLE9BQTdCLEVBQXNDQyxRQUF0QyxFQUErQz</a:t>
            </a:r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0" id="220"/>
          <p:cNvPicPr>
            <a:picLocks noChangeAspect="true"/>
          </p:cNvPicPr>
          <p:nvPr/>
        </p:nvPicPr>
        <p:blipFill>
          <a:blip r:embed="rId2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0" id="2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BQUFBOztBQUFBOztBQUc5QyxRQUFLQyxVQUFMLEdBQWtCSixTQUFsQjtBQUNBLFFBQUtLLEtBQUwsR0FBYUosSUFBYjtBQUNBLFFBQUtLLFFBQUwsR0FBZ0JKLE9BQWhCO0FBQ0EsUUFBS0ssU0FBTCxHQUFpQkosUUFBakI7O0FBRUEsUUFBS0ssT0FBTCxHQUFlLEtBQWY7QUFDQSxRQUFLQyxTQUFMLEdBQWlCLEtBQWpCO0FBQ0EsUUFBS0MsU0FBTCxHQUFpQixLQUFqQjs7QUFFQTs7OztBQUlBLFFBQUtDLFNBQUwsR0FBaUIsd0JBQWMsRUFBQ0MsV0FBWSxFQUFiLEVBQWlCQyxNQUFPLENBQXhCLEVBQTJCQyxnQkFBaUIsS0FBNUMsRUFBZCxDQUFqQjtBQUNBLFFBQUtILFNBQUwsQ0FBZUksSUFBZixDQUFvQixVQUFDQyxDQUFELEVBQU87QUFDMUI7QUFDQSxPQUFJQyxPQUFPRCxFQUFFQyxJQUFGLEdBQVMsTUFBS1IsU0FBTCxHQUFpQixFQUFyQztBQUNBLFNBQUtTLE9BQUwsQ0FBYUQsSUFBYixFQUFtQkUsU0FBbkIsRUFBOEIsS0FBOUIsRUFBcUMsTUFBS1YsU0FBMUM7QUFDQSxTQUFLVyxZQUFML</a:t>
            </a:r>
          </a:p>
        </p:txBody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2" id="222"/>
          <p:cNvPicPr>
            <a:picLocks noChangeAspect="true"/>
          </p:cNvPicPr>
          <p:nvPr/>
        </p:nvPicPr>
        <p:blipFill>
          <a:blip r:embed="rId2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2" id="2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NBQWtCSCxJQUFsQixFQUF3QkUsU0FBeEIsRUFBbUMsS0FBbkMsRUFBMEMsTUFBS1YsU0FBL0M7QUFDQSxHQUxEO0FBTUEsUUFBS0UsU0FBTCxDQUFlVSxFQUFmLENBQWtCLFVBQUNMLENBQUQsRUFBTztBQUN4QjtBQUNBLE9BQUlDLE9BQU9ELEVBQUVDLElBQUYsR0FBUyxNQUFLUixTQUFMLEdBQWlCLEVBQXJDO0FBQ0EsU0FBS2EsS0FBTCxDQUFXTCxJQUFYLEVBQWlCRSxTQUFqQixFQUE0QixLQUE1QixFQUFtQyxNQUFLVixTQUF4QztBQUNBLFNBQUtjLFVBQUwsQ0FBZ0JOLElBQWhCLEVBQXNCRSxTQUF0QixFQUFpQyxLQUFqQyxFQUF3QyxNQUFLVixTQUE3QztBQUNBLEdBTEQ7O0FBT0E7OztBQUdBLFFBQUtlLGtCQUFMLEdBQTBCLDZCQUFvQnhCLFNBQXBCLEVBQStCLEVBQS9CLEVBQW1DLENBQW5DLENBQTFCO0FBQ0EsUUFBS3dCLGtCQUFMLENBQXdCQyxFQUF4QixDQUEyQixTQUEzQixFQUFzQyxVQUFDUixJQUFELEVBQVU7QUFDL0MsU0FBS0MsT0FBTCxDQUFhRCxJQUFiLEVBQW1C</a:t>
            </a:r>
          </a:p>
        </p:txBody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4" id="224"/>
          <p:cNvPicPr>
            <a:picLocks noChangeAspect="true"/>
          </p:cNvPicPr>
          <p:nvPr/>
        </p:nvPicPr>
        <p:blipFill>
          <a:blip r:embed="rId2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4" id="2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SxTQUFuQixFQUE4QixLQUE5QixFQUFxQyxNQUFLVixTQUExQztBQUNBLFNBQUtXLFlBQUwsQ0FBa0JILElBQWxCLEVBQXdCRSxTQUF4QixFQUFtQyxLQUFuQyxFQUEwQyxNQUFLVixTQUEvQztBQUNBLEdBSEQ7QUFJQSxRQUFLZSxrQkFBTCxDQUF3QkMsRUFBeEIsQ0FBMkIsT0FBM0IsRUFBb0MsVUFBQ1IsSUFBRCxFQUFVO0FBQzdDLFNBQUtLLEtBQUwsQ0FBV0wsSUFBWCxFQUFpQkUsU0FBakIsRUFBNEIsS0FBNUIsRUFBbUMsTUFBS1YsU0FBeEM7QUFDQSxTQUFLYyxVQUFMLENBQWdCTixJQUFoQixFQUFzQkUsU0FBdEIsRUFBaUMsS0FBakMsRUFBd0MsTUFBS1YsU0FBN0M7QUFDQSxHQUhEOztBQUtBaUIsU0FBT0MsZ0JBQVAsQ0FBd0IsUUFBeEIsRUFBa0MsTUFBS0MsT0FBTCxDQUFhQyxJQUFiLE9BQWxDO0FBQ0E7QUFDQSxRQUFLRCxPQUFMOztBQUVBO0FBQ0EsUUFBS0UsWUFBTCxHQUFvQixFQUFwQjs7QUFFQTtBQUNBLFFBQUtDLFdBQUwsR0FBbUIsSUFBSSxvQkFBUUMsYUFBWixDQUEwQixV</a:t>
            </a:r>
          </a:p>
        </p:txBody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6" id="226"/>
          <p:cNvPicPr>
            <a:picLocks noChangeAspect="true"/>
          </p:cNvPicPr>
          <p:nvPr/>
        </p:nvPicPr>
        <p:blipFill>
          <a:blip r:embed="rId2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6" id="2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QUFDQyxDQUFELEVBQUlDLENBQUo7QUFBQSxVQUFVQSxFQUFFQyxJQUFGLEdBQVNGLEVBQUVFLElBQXJCO0FBQUEsR0FBMUIsQ0FBbkI7QUFDQSxRQUFLQyxVQUFMLEdBQWtCLE1BQUtDLEtBQUwsQ0FBV1IsSUFBWCxPQUFsQjtBQUNBLFFBQUtRLEtBQUw7O0FBRUEsTUFBTUMsU0FBU0MsU0FBU0MsYUFBVCxDQUF1QixLQUF2QixDQUFmO0FBQ0FGLFNBQU9HLEVBQVAsR0FBWSxRQUFaO0FBQ0F6QyxZQUFVMEMsV0FBVixDQUFzQkosTUFBdEI7O0FBRUE7QUFDQSxRQUFLakMsS0FBTCxDQUFXb0IsRUFBWCxDQUFjLFNBQWQsRUFBeUIsVUFBQ1IsSUFBRCxFQUFPa0IsSUFBUCxFQUFhUSxFQUFiLEVBQWlCQyxJQUFqQixFQUEwQjtBQUNsRCxPQUFJLE1BQUtuQyxTQUFMLElBQWtCbUMsSUFBdEIsRUFBNEI7QUFDM0IsVUFBSzFCLE9BQUwsQ0FBYUQsSUFBYixFQUFtQmtCLElBQW5CLEVBQXlCUSxFQUF6QixFQUE2QkMsSUFBN0I7QUFDQTtBQUNELFNBQUt4QixZQUFMLENBQWtCSCxJQUFsQixFQUF3Q</a:t>
            </a:r>
          </a:p>
        </p:txBody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8" id="228"/>
          <p:cNvPicPr>
            <a:picLocks noChangeAspect="true"/>
          </p:cNvPicPr>
          <p:nvPr/>
        </p:nvPicPr>
        <p:blipFill>
          <a:blip r:embed="rId2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8" id="2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mtCLElBQXhCLEVBQThCUSxFQUE5QixFQUFrQ0MsSUFBbEM7QUFDQSxHQUxEO0FBTUEsUUFBS3ZDLEtBQUwsQ0FBV29CLEVBQVgsQ0FBYyxPQUFkLEVBQXVCLFVBQUNSLElBQUQsRUFBT2tCLElBQVAsRUFBYVEsRUFBYixFQUFpQkMsSUFBakIsRUFBMEI7QUFDaEQsT0FBSSxNQUFLbkMsU0FBTCxJQUFrQm1DLElBQXRCLEVBQTRCO0FBQzNCLFVBQUt0QixLQUFMLENBQVdMLElBQVgsRUFBaUJrQixJQUFqQixFQUF1QlEsRUFBdkIsRUFBMkJDLElBQTNCO0FBQ0E7QUFDRCxTQUFLckIsVUFBTCxDQUFnQk4sSUFBaEIsRUFBc0JrQixJQUF0QixFQUE0QlEsRUFBNUIsRUFBZ0NDLElBQWhDO0FBQ0EsR0FMRDtBQWxFOEM7QUF3RTlDOzs7OzBCQUVNO0FBQ05DLHlCQUFzQixLQUFLVCxVQUEzQjtBQUNBLE9BQU1VLE1BQU0sZUFBS0EsR0FBTCxFQUFaO0FBQ0EsVUFBTSxDQUFDLEtBQUtmLFdBQUwsQ0FBaUJnQixPQUFqQixFQUFELElBQStCLEtBQUtoQixXQUFMLENBQWlCaUIsSUFBakIsR0FBd0JiLElBQXhCLElBQW</a:t>
            </a:r>
          </a:p>
        </p:txBody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0" id="230"/>
          <p:cNvPicPr>
            <a:picLocks noChangeAspect="true"/>
          </p:cNvPicPr>
          <p:nvPr/>
        </p:nvPicPr>
        <p:blipFill>
          <a:blip r:embed="rId2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0" id="2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DVyxHQUFyRSxFQUF5RTtBQUN4RSxRQUFNRyxRQUFRLEtBQUtsQixXQUFMLENBQWlCbUIsT0FBakIsRUFBZDtBQUNBRCxVQUFNRSxRQUFOO0FBQ0E7QUFDRDs7OytCQUVZbEMsSSxFQUE0QztBQUFBLE9BQXRDa0IsSUFBc0MsdUVBQWpDLGVBQUtXLEdBQUwsRUFBaUM7QUFBQSxPQUFyQkgsRUFBcUIsdUVBQWxCLEtBQWtCO0FBQUEsT0FBWEMsSUFBVyx1RUFBTixLQUFNOztBQUN4RCxPQUFJLEtBQUtwQyxPQUFULEVBQWlCO0FBQ2hCLFNBQUs0QyxJQUFMLENBQVUsU0FBVixFQUFxQm5DLElBQXJCLEVBQTJCa0IsSUFBM0IsRUFBaUNRLEVBQWpDLEVBQXFDQyxJQUFyQztBQUNBO0FBQ0Q7Ozs2QkFFVTNCLEksRUFBNEM7QUFBQSxPQUF0Q2tCLElBQXNDLHVFQUFqQyxlQUFLVyxHQUFMLEVBQWlDO0FBQUEsT0FBckJILEVBQXFCLHVFQUFsQixLQUFrQjtBQUFBLE9BQVhDLElBQVcsdUVBQU4sS0FBTTs7QUFDdEQsT0FBSSxLQUFLcEMsT0FBVCxFQUFpQjtBQUNoQixTQUFLNEMsSUFBTCxDQUFVLE9B</a:t>
            </a:r>
          </a:p>
        </p:txBody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2" id="232"/>
          <p:cNvPicPr>
            <a:picLocks noChangeAspect="true"/>
          </p:cNvPicPr>
          <p:nvPr/>
        </p:nvPicPr>
        <p:blipFill>
          <a:blip r:embed="rId2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2" id="2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QVYsRUFBbUJuQyxJQUFuQixFQUF5QmtCLElBQXpCLEVBQStCUSxFQUEvQixFQUFtQ0MsSUFBbkM7QUFDQTtBQUNEOzs7MEJBRU8zQixJLEVBQTRDO0FBQUEsT0FBdENrQixJQUFzQyx1RUFBakMsZUFBS1csR0FBTCxFQUFpQztBQUFBLE9BQXJCSCxFQUFxQix1RUFBbEIsS0FBa0I7QUFBQSxPQUFYQyxJQUFXLHVFQUFOLEtBQU07O0FBQ25ELE9BQUksQ0FBQyxLQUFLcEMsT0FBVixFQUFrQjtBQUNqQjtBQUNBO0FBQ0QsT0FBSSxDQUFDbUMsRUFBRCxJQUFPLENBQUMsS0FBS2pDLFNBQWpCLEVBQTRCO0FBQzNCLFNBQUtKLFFBQUwsQ0FBYytDLFFBQWQsR0FBeUJDLFdBQXpCLENBQXFDckMsSUFBckM7QUFDQTtBQUNELE9BQUksQ0FBQyxLQUFLYSxZQUFMLENBQWtCYixJQUFsQixDQUFMLEVBQTZCO0FBQzVCLFNBQUthLFlBQUwsQ0FBa0JiLElBQWxCLElBQTBCLENBQTFCO0FBQ0E7QUFDRCxRQUFLYSxZQUFMLENBQWtCYixJQUFsQixLQUEyQixDQUEzQjtBQUNBLFFBQUtjLFdBQUwsQ0FBaUJ3QixHQ</a:t>
            </a:r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4" id="234"/>
          <p:cNvPicPr>
            <a:picLocks noChangeAspect="true"/>
          </p:cNvPicPr>
          <p:nvPr/>
        </p:nvPicPr>
        <p:blipFill>
          <a:blip r:embed="rId2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4" id="2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UFqQixDQUFxQjtBQUNwQnBCLFVBQU9BLElBRGE7QUFFcEJnQixjQUFXLEtBQUszQixrQkFBTCxDQUF3Qk4sT0FBeEIsQ0FBZ0NXLElBQWhDLENBQXFDLEtBQUtMLGtCQUExQyxFQUE4RFAsSUFBOUQsRUFBb0UwQixFQUFwRTtBQUZTLElBQXJCO0FBSUE7Ozt3QkFFSzFCLEksRUFBNEM7QUFBQSxPQUF0Q2tCLElBQXNDLHVFQUFqQyxlQUFLVyxHQUFMLEVBQWlDO0FBQUEsT0FBckJILEVBQXFCLHVFQUFsQixLQUFrQjtBQUFBLE9BQVhDLElBQVcsdUVBQU4sS0FBTTs7QUFDakQsT0FBSSxDQUFDLEtBQUtwQyxPQUFWLEVBQWtCO0FBQ2pCO0FBQ0E7QUFDRCxPQUFJLENBQUNtQyxFQUFELElBQU8sQ0FBQyxLQUFLakMsU0FBakIsRUFBNEI7QUFDM0IsU0FBS0osUUFBTCxDQUFjK0MsUUFBZCxHQUF5QkcsU0FBekIsQ0FBbUN2QyxJQUFuQztBQUNBO0FBQ0Q7QUFDQWtCLFdBQVEsSUFBUjtBQUNBLE9BQUksS0FBS0wsWUFBTCxDQUFrQmIsSUFBbEIsQ0FBSixFQUE0QjtBQUMzQixTQUFLYSxZQUFMLENBQWtCYixJ</a:t>
            </a:r>
          </a:p>
        </p:txBody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6" id="236"/>
          <p:cNvPicPr>
            <a:picLocks noChangeAspect="true"/>
          </p:cNvPicPr>
          <p:nvPr/>
        </p:nvPicPr>
        <p:blipFill>
          <a:blip r:embed="rId2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6" id="2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QUFsQixLQUEyQixDQUEzQjtBQUNBLFNBQUtjLFdBQUwsQ0FBaUJ3QixHQUFqQixDQUFxQjtBQUNwQnBCLFdBQU9BLElBRGE7QUFFcEJnQixlQUFXLEtBQUszQixrQkFBTCxDQUF3QkYsS0FBeEIsQ0FBOEJPLElBQTlCLENBQW1DLEtBQUtMLGtCQUF4QyxFQUE0RFAsSUFBNUQsRUFBa0UwQixFQUFsRTtBQUZTLEtBQXJCO0FBSUE7QUFDRDs7O21DQUVnQjtBQUNoQixRQUFLbEMsU0FBTCxHQUFpQixDQUFDLEtBQUtBLFNBQXZCO0FBQ0EsUUFBS2Usa0JBQUwsQ0FBd0JpQyxLQUF4QixDQUE4QixJQUE5QjtBQUNBLFFBQUtqQyxrQkFBTCxDQUF3QmlDLEtBQXhCLENBQThCLEtBQTlCO0FBQ0EsT0FBSSxLQUFLaEQsU0FBVCxFQUFvQjtBQUNuQixTQUFLRixTQUFMLENBQWVtRCxNQUFmLENBQXNCLDBCQUF0QjtBQUNBLElBRkQsTUFFTztBQUNOLFNBQUtuRCxTQUFMLENBQWVtRCxNQUFmLENBQXNCLDBCQUF0QjtBQUNBO0FBQ0Q7OzttQ0FFZ0I7QUFDaEIsUUFBS2hELFNBQUwsR0FBaUIsQ0FBQyxLQUFLQSxTQU</a:t>
            </a:r>
          </a:p>
        </p:txBody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8" id="238"/>
          <p:cNvPicPr>
            <a:picLocks noChangeAspect="true"/>
          </p:cNvPicPr>
          <p:nvPr/>
        </p:nvPicPr>
        <p:blipFill>
          <a:blip r:embed="rId2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8" id="2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2QjtBQUNBLE9BQUksS0FBS0EsU0FBVCxFQUFvQjtBQUNuQixTQUFLSCxTQUFMLENBQWVtRCxNQUFmLENBQXNCLDBCQUF0QjtBQUNBLElBRkQsTUFFTztBQUNOLFNBQUtuRCxTQUFMLENBQWVtRCxNQUFmLENBQXNCLDJCQUF0QjtBQUNBO0FBQ0Q7Ozs0QkFFUTtBQUNSLE9BQU1DLFdBQVcsRUFBakI7QUFDQSxPQUFJQyxVQUFVQyxLQUFLQyxLQUFMLENBQVlwQyxPQUFPcUMsVUFBUCxHQUFvQkosUUFBckIsR0FBaUMsRUFBNUMsQ0FBZDtBQUNBQyxhQUFVQyxLQUFLRyxHQUFMLENBQVNKLE9BQVQsRUFBa0IsQ0FBbEIsQ0FBVjtBQUNBQSxhQUFVQyxLQUFLSSxHQUFMLENBQVNMLE9BQVQsRUFBa0IsQ0FBbEIsQ0FBVjtBQUNBLE9BQUlNLFdBQVcsRUFBZjtBQUNBLFFBQUsxQyxrQkFBTCxDQUF3QjJDLE1BQXhCLENBQStCRCxRQUEvQixFQUF5Q04sT0FBekM7QUFDQTs7OzZCQUVTO0FBQ1Q1RCxhQUFVb0UsU0FBVixDQUFvQmIsR0FBcEIsQ0FBd0IsT0FBeEI7QUFDQSxRQUFLL0MsT0FBTCxHQU</a:t>
            </a:r>
          </a:p>
        </p:txBody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0" id="240"/>
          <p:cNvPicPr>
            <a:picLocks noChangeAspect="true"/>
          </p:cNvPicPr>
          <p:nvPr/>
        </p:nvPicPr>
        <p:blipFill>
          <a:blip r:embed="rId2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0" id="2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lLElBQWY7QUFDQTs7OytCQUVXO0FBQ1hSLGFBQVVvRSxTQUFWLENBQW9CQyxNQUFwQixDQUEyQixPQUEzQjtBQUNBLFFBQUs3RCxPQUFMLEdBQWUsS0FBZjtBQUNBOzs7O0VBeEtxQixpQkFBTzhELFk7O1FBMkt0QnZFLFEsR0FBQUEsUSIsImZpbGUiOiIxNy5qcyIsInNvdXJjZXNDb250ZW50IjpbIi8qKlxuICogQ29weXJpZ2h0IDIwMTYgR29vZ2xlIEluYy5cbiAqXG4gKiBMaWNlbnNlZCB1bmRlciB0aGUgQXBhY2hlIExpY2Vuc2UsIFZlcnNpb24gMi4wICh0aGUgXCJMaWNlbnNlXCIpO1xuICogeW91IG1heSBub3QgdXNlIHRoaXMgZmlsZSBleGNlcHQgaW4gY29tcGxpYW5jZSB3aXRoIHRoZSBMaWNlbnNlLlxuICogWW91IG1heSBvYnRhaW4gYSBjb3B5IG9mIHRoZSBMaWNlbnNlIGF0XG4gKlxuICogICAgIGh0dHA6Ly93d3cuYXBhY2hlLm9yZy9saWNlbnNlcy9MSUNFTlNFLTIuMFxuICpcbiAqIFVubGVzcyByZXF1aXJlZCBieSBhcHBsaWNhYmxlIGxhdyBvciBhZ3JlZWQgdG8gaW4gd3JpdGluZywgc29mdHdhcmVcbiAqIGRpc3Ry</a:t>
            </a:r>
          </a:p>
        </p:txBody>
      </p: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2" id="242"/>
          <p:cNvPicPr>
            <a:picLocks noChangeAspect="true"/>
          </p:cNvPicPr>
          <p:nvPr/>
        </p:nvPicPr>
        <p:blipFill>
          <a:blip r:embed="rId2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2" id="2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WJ1dGVkIHVuZGVyIHRoZSBMaWNlbnNlIGlzIGRpc3RyaWJ1dGVkIG9uIGFuIFwiQVMgSVNcIiBCQVNJUyxcbiAqIFdJVEhPVVQgV0FSUkFOVElFUyBPUiBDT05ESVRJT05TIE9GIEFOWSBLSU5ELCBlaXRoZXIgZXhwcmVzcyBvciBpbXBsaWVkLlxuICogU2VlIHRoZSBMaWNlbnNlIGZvciB0aGUgc3BlY2lmaWMgbGFuZ3VhZ2UgZ292ZXJuaW5nIHBlcm1pc3Npb25zIGFuZFxuICogbGltaXRhdGlvbnMgdW5kZXIgdGhlIExpY2Vuc2UuXG4gKi9cblxuaW1wb3J0IEF1ZGlvS2V5cyBmcm9tICdhdWRpb2tleXMnXG5pbXBvcnQgVG9uZSBmcm9tICdUb25lL2NvcmUvVG9uZSdcbmltcG9ydCBldmVudHMgZnJvbSAnZXZlbnRzJ1xuaW1wb3J0IHtLZXlib2FyZEVsZW1lbnR9IGZyb20gJ2tleWJvYXJkL0VsZW1lbnQnXG5pbXBvcnQgYnVja2V0cyBmcm9tICdidWNrZXRzLWpzJ1xuaW1wb3J0IEJ1ZmZlciBmcm9tICdUb25lL2NvcmUvQnVmZmVyJ1xuXG5jbGFzcyBLZXlib2FyZCBleHRlbmRzIGV2ZW50cy5FdmVudEVtaXR0ZXJ7XG5cdGNvbnN0c</a:t>
            </a:r>
          </a:p>
        </p:txBody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4" id="244"/>
          <p:cNvPicPr>
            <a:picLocks noChangeAspect="true"/>
          </p:cNvPicPr>
          <p:nvPr/>
        </p:nvPicPr>
        <p:blipFill>
          <a:blip r:embed="rId2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4" id="2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nVjdG9yKGNvbnRhaW5lciwgbWlkaSwgbWFnZW50YSwgbm90aWZpZXIpe1xuXHRcdHN1cGVyKClcblxuXHRcdHRoaXMuX2NvbnRhaW5lciA9IGNvbnRhaW5lclxuXHRcdHRoaXMuX21pZGkgPSBtaWRpXG5cdFx0dGhpcy5fbWFnZW50YSA9IG1hZ2VudGFcblx0XHR0aGlzLl9ub3RpZmllciA9IG5vdGlmaWVyXG5cblx0XHR0aGlzLl9hY3RpdmUgPSBmYWxzZVxuXHRcdHRoaXMuX2RydW1Nb2RlID0gZmFsc2Vcblx0XHR0aGlzLl9zb2xvTW9kZSA9IGZhbHNlXG5cblx0XHQvKipcblx0XHQgKiBUaGUgYXVkaW8ga2V5IGtleWJvYXJkXG5cdFx0ICogQHR5cGUge0F1ZGlvS2V5c31cblx0XHQgKi9cblx0XHR0aGlzLl9rZXlib2FyZCA9IG5ldyBBdWRpb0tleXMoe3BvbHlwaG9ueSA6IDg4LCByb3dzIDogMSwgb2N0YXZlQ29udHJvbHMgOiBmYWxzZX0pXG5cdFx0dGhpcy5fa2V5Ym9hcmQuZG93bigoZSkgPT4ge1xuXHRcdFx0Ly8gVGhlIGRydW1zIG1vZGVsIG9ubHkgcGxheXMgbG93ZXIgXCJub3Rlc1wiLlxuXHRcdFx0dmFyIG5vdGUgP</a:t>
            </a:r>
          </a:p>
        </p:txBody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6" id="246"/>
          <p:cNvPicPr>
            <a:picLocks noChangeAspect="true"/>
          </p:cNvPicPr>
          <p:nvPr/>
        </p:nvPicPr>
        <p:blipFill>
          <a:blip r:embed="rId2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6" id="2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BlLm5vdGUgLSB0aGlzLl9kcnVtTW9kZSAqIDI0XG5cdFx0XHR0aGlzLmtleURvd24obm90ZSwgdW5kZWZpbmVkLCBmYWxzZSwgdGhpcy5fZHJ1bU1vZGUpXG5cdFx0XHR0aGlzLl9lbWl0S2V5RG93bihub3RlLCB1bmRlZmluZWQsIGZhbHNlLCB0aGlzLl9kcnVtTW9kZSlcblx0XHR9KVxuXHRcdHRoaXMuX2tleWJvYXJkLnVwKChlKSA9PiB7XG5cdFx0XHQvLyBUaGUgZHJ1bXMgbW9kZWwgb25seSBwbGF5cyBsb3dlciBcIm5vdGVzXCIuXG5cdFx0XHR2YXIgbm90ZSA9IGUubm90ZSAtIHRoaXMuX2RydW1Nb2RlICogMjRcblx0XHRcdHRoaXMua2V5VXAobm90ZSwgdW5kZWZpbmVkLCBmYWxzZSwgdGhpcy5fZHJ1bU1vZGUpXG5cdFx0XHR0aGlzLl9lbWl0S2V5VXAobm90ZSwgdW5kZWZpbmVkLCBmYWxzZSwgdGhpcy5fZHJ1bU1vZGUpXG5cdFx0fSlcblxuXHRcdC8qKlxuXHRcdCAqIFRoZSBwaWFubyBpbnRlcmZhY2Vcblx0XHQgKi9cblx0XHR0aGlzLl9rZXlib2FyZEludGVyZmFjZSA9IG5ldyBLZXlib2FyZEVsZW1lb</a:t>
            </a:r>
          </a:p>
        </p:txBody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8" id="248"/>
          <p:cNvPicPr>
            <a:picLocks noChangeAspect="true"/>
          </p:cNvPicPr>
          <p:nvPr/>
        </p:nvPicPr>
        <p:blipFill>
          <a:blip r:embed="rId2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8" id="2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nQoY29udGFpbmVyLCA0OCwgMilcblx0XHR0aGlzLl9rZXlib2FyZEludGVyZmFjZS5vbigna2V5RG93bicsIChub3RlKSA9PiB7XG5cdFx0XHR0aGlzLmtleURvd24obm90ZSwgdW5kZWZpbmVkLCBmYWxzZSwgdGhpcy5fZHJ1bU1vZGUpXG5cdFx0XHR0aGlzLl9lbWl0S2V5RG93bihub3RlLCB1bmRlZmluZWQsIGZhbHNlLCB0aGlzLl9kcnVtTW9kZSlcblx0XHR9KVxuXHRcdHRoaXMuX2tleWJvYXJkSW50ZXJmYWNlLm9uKCdrZXlVcCcsIChub3RlKSA9PiB7XG5cdFx0XHR0aGlzLmtleVVwKG5vdGUsIHVuZGVmaW5lZCwgZmFsc2UsIHRoaXMuX2RydW1Nb2RlKVxuXHRcdFx0dGhpcy5fZW1pdEtleVVwKG5vdGUsIHVuZGVmaW5lZCwgZmFsc2UsIHRoaXMuX2RydW1Nb2RlKVxuXHRcdH0pXG5cblx0XHR3aW5kb3cuYWRkRXZlbnRMaXN0ZW5lcigncmVzaXplJywgdGhpcy5fcmVzaXplLmJpbmQodGhpcykpXG5cdFx0Ly9zaXplIGluaXRpYWxseVxuXHRcdHRoaXMuX3Jlc2l6ZSgpXG5cblx0XHQvL21ha2Ugc3VyZSB0aGV5IGRv</a:t>
            </a:r>
          </a:p>
        </p:txBody>
      </p: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0" id="250"/>
          <p:cNvPicPr>
            <a:picLocks noChangeAspect="true"/>
          </p:cNvPicPr>
          <p:nvPr/>
        </p:nvPicPr>
        <p:blipFill>
          <a:blip r:embed="rId2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0" id="2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bid0IGdldCBkb3VibGUgY2xpY2tlZFxuXHRcdHRoaXMuX2N1cnJlbnRLZXlzID0ge31cblxuXHRcdC8vYSBxdWV1ZSBvZiBhbGwgb2YgdGhlIGV2ZW50c1xuXHRcdHRoaXMuX2V2ZW50UXVldWUgPSBuZXcgYnVja2V0cy5Qcmlvcml0eVF1ZXVlKChhLCBiKSA9PiBiLnRpbWUgLSBhLnRpbWUpXG5cdFx0dGhpcy5fYm91bmRMb29wID0gdGhpcy5fbG9vcC5iaW5kKHRoaXMpXG5cdFx0dGhpcy5fbG9vcCgpXG5cblx0XHRjb25zdCBib3R0b20gPSBkb2N1bWVudC5jcmVhdGVFbGVtZW50KCdkaXYnKVxuXHRcdGJvdHRvbS5pZCA9ICdib3R0b20nXG5cdFx0Y29udGFpbmVyLmFwcGVuZENoaWxkKGJvdHRvbSlcblxuXHRcdC8vdGhlIG1pZGkgaW5wdXRcblx0XHR0aGlzLl9taWRpLm9uKCdrZXlEb3duJywgKG5vdGUsIHRpbWUsIGFpLCBkcnVtKSA9PiB7XG5cdFx0XHRpZiAodGhpcy5fZHJ1bU1vZGUgPT0gZHJ1bSkge1xuXHRcdFx0XHR0aGlzLmtleURvd24obm90ZSwgdGltZSwgYWksIGRydW0pXG5cdFx0XHR9XG5cdFx0XHR0aGlzL</a:t>
            </a:r>
          </a:p>
        </p:txBody>
      </p:sp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2" id="252"/>
          <p:cNvPicPr>
            <a:picLocks noChangeAspect="true"/>
          </p:cNvPicPr>
          <p:nvPr/>
        </p:nvPicPr>
        <p:blipFill>
          <a:blip r:embed="rId2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2" id="2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l9lbWl0S2V5RG93bihub3RlLCB0aW1lLCBhaSwgZHJ1bSlcblx0XHR9KVxuXHRcdHRoaXMuX21pZGkub24oJ2tleVVwJywgKG5vdGUsIHRpbWUsIGFpLCBkcnVtKSA9PiB7XG5cdFx0XHRpZiAodGhpcy5fZHJ1bU1vZGUgPT0gZHJ1bSkge1xuXHRcdFx0XHR0aGlzLmtleVVwKG5vdGUsIHRpbWUsIGFpLCBkcnVtKVxuXHRcdFx0fVxuXHRcdFx0dGhpcy5fZW1pdEtleVVwKG5vdGUsIHRpbWUsIGFpLCBkcnVtKVxuXHRcdH0pXG5cdH1cblxuXHRfbG9vcCgpe1xuXHRcdHJlcXVlc3RBbmltYXRpb25GcmFtZSh0aGlzLl9ib3VuZExvb3ApXG5cdFx0Y29uc3Qgbm93ID0gVG9uZS5ub3coKVxuXHRcdHdoaWxlKCF0aGlzLl9ldmVudFF1ZXVlLmlzRW1wdHkoKSAmJiB0aGlzLl9ldmVudFF1ZXVlLnBlZWsoKS50aW1lIDw9IG5vdyl7XG5cdFx0XHRjb25zdCBldmVudCA9IHRoaXMuX2V2ZW50UXVldWUuZGVxdWV1ZSgpXG5cdFx0XHRldmVudC5jYWxsYmFjaygpXG5cdFx0fVxuXHR9XG5cblx0X2VtaXRLZXlEb3duKG5vdGUsIHRpbWU9VG9u</a:t>
            </a:r>
          </a:p>
        </p:txBody>
      </p:sp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4" id="254"/>
          <p:cNvPicPr>
            <a:picLocks noChangeAspect="true"/>
          </p:cNvPicPr>
          <p:nvPr/>
        </p:nvPicPr>
        <p:blipFill>
          <a:blip r:embed="rId2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4" id="2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ZS5ub3coKSwgYWk9ZmFsc2UsIGRydW09ZmFsc2Upe1xuXHRcdGlmICh0aGlzLl9hY3RpdmUpe1xuXHRcdFx0dGhpcy5lbWl0KCdrZXlEb3duJywgbm90ZSwgdGltZSwgYWksIGRydW0pXG5cdFx0fVxuXHR9XG5cblx0X2VtaXRLZXlVcChub3RlLCB0aW1lPVRvbmUubm93KCksIGFpPWZhbHNlLCBkcnVtPWZhbHNlKXtcblx0XHRpZiAodGhpcy5fYWN0aXZlKXtcblx0XHRcdHRoaXMuZW1pdCgna2V5VXAnLCBub3RlLCB0aW1lLCBhaSwgZHJ1bSlcblx0XHR9XG5cdH1cblxuXHRrZXlEb3duKG5vdGUsIHRpbWU9VG9uZS5ub3coKSwgYWk9ZmFsc2UsIGRydW09ZmFsc2Upe1xuXHRcdGlmICghdGhpcy5fYWN0aXZlKXtcblx0XHRcdHJldHVyblxuXHRcdH1cblx0XHRpZiAoIWFpICYmICF0aGlzLl9zb2xvTW9kZSkge1xuXHRcdFx0dGhpcy5fbWFnZW50YS5zZWxlY3RlZCgpLnNlbmRLZXlEb3duKG5vdGUpXG5cdFx0fVxuXHRcdGlmICghdGhpcy5fY3VycmVudEtleXNbbm90ZV0pe1xuXHRcdFx0dGhpcy5fY3VycmVudEtleXNbbm90ZV</a:t>
            </a:r>
          </a:p>
        </p:txBody>
      </p:sp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6" id="256"/>
          <p:cNvPicPr>
            <a:picLocks noChangeAspect="true"/>
          </p:cNvPicPr>
          <p:nvPr/>
        </p:nvPicPr>
        <p:blipFill>
          <a:blip r:embed="rId2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6" id="2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0gPSAwXG5cdFx0fVxuXHRcdHRoaXMuX2N1cnJlbnRLZXlzW25vdGVdICs9IDFcblx0XHR0aGlzLl9ldmVudFF1ZXVlLmFkZCh7XG5cdFx0XHR0aW1lIDogdGltZSxcblx0XHRcdGNhbGxiYWNrIDogdGhpcy5fa2V5Ym9hcmRJbnRlcmZhY2Uua2V5RG93bi5iaW5kKHRoaXMuX2tleWJvYXJkSW50ZXJmYWNlLCBub3RlLCBhaSlcblx0XHR9KVxuXHR9XG5cblx0a2V5VXAobm90ZSwgdGltZT1Ub25lLm5vdygpLCBhaT1mYWxzZSwgZHJ1bT1mYWxzZSl7XG5cdFx0aWYgKCF0aGlzLl9hY3RpdmUpe1xuXHRcdFx0cmV0dXJuXG5cdFx0fVxuXHRcdGlmICghYWkgJiYgIXRoaXMuX3NvbG9Nb2RlKSB7XG5cdFx0XHR0aGlzLl9tYWdlbnRhLnNlbGVjdGVkKCkuc2VuZEtleVVwKG5vdGUpXG5cdFx0fVxuXHRcdC8vYWRkIGEgbGl0dGxlIHRpbWUgdG8gaXQgaW4gZWRnZSBjYXNlcyB3aGVyZSB0aGUga2V5ZG93biBhbmQga2V5dXAgYXJlIGF0IHRoZSBzYW1lIHRpbWVcblx0XHR0aW1lICs9IDAuMDFcblx0XHRpZiAodGhpcy5fY3VycmVudEtl</a:t>
            </a:r>
          </a:p>
        </p:txBody>
      </p:sp>
    </p:spTree>
  </p:cSld>
  <p:clrMapOvr>
    <a:masterClrMapping/>
  </p:clrMapOvr>
</p:sld>
</file>

<file path=ppt/slides/slide1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8" id="258"/>
          <p:cNvPicPr>
            <a:picLocks noChangeAspect="true"/>
          </p:cNvPicPr>
          <p:nvPr/>
        </p:nvPicPr>
        <p:blipFill>
          <a:blip r:embed="rId2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8" id="2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XNbbm90ZV0pe1xuXHRcdFx0dGhpcy5fY3VycmVudEtleXNbbm90ZV0gLT0gMVxuXHRcdFx0dGhpcy5fZXZlbnRRdWV1ZS5hZGQoe1xuXHRcdFx0XHR0aW1lIDogdGltZSxcblx0XHRcdFx0Y2FsbGJhY2sgOiB0aGlzLl9rZXlib2FyZEludGVyZmFjZS5rZXlVcC5iaW5kKHRoaXMuX2tleWJvYXJkSW50ZXJmYWNlLCBub3RlLCBhaSlcblx0XHRcdH0pXG5cdFx0fVxuXHR9XG5cblx0dG9nZ2xlRHJ1bU1vZGUoKSB7XG5cdFx0dGhpcy5fZHJ1bU1vZGUgPSAhdGhpcy5fZHJ1bU1vZGVcblx0XHR0aGlzLl9rZXlib2FyZEludGVyZmFjZS5wYW5pYyh0cnVlKVxuXHRcdHRoaXMuX2tleWJvYXJkSW50ZXJmYWNlLnBhbmljKGZhbHNlKVxuXHRcdGlmICh0aGlzLl9kcnVtTW9kZSkge1xuXHRcdFx0dGhpcy5fbm90aWZpZXIubm90aWZ5KCdTd2l0Y2hlZCB0byA8Yj5EcnVtczwvYj4nKVxuXHRcdH0gZWxzZSB7XG5cdFx0XHR0aGlzLl9ub3RpZmllci5ub3RpZnkoJ1N3aXRjaGVkIHRvIDxiPlBpYW5vPC9iPicpXG5cdFx0fVxuXHR9XG5cblx0dG9nZ2xl</a:t>
            </a:r>
          </a:p>
        </p:txBody>
      </p:sp>
    </p:spTree>
  </p:cSld>
  <p:clrMapOvr>
    <a:masterClrMapping/>
  </p:clrMapOvr>
</p:sld>
</file>

<file path=ppt/slides/slide1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0" id="260"/>
          <p:cNvPicPr>
            <a:picLocks noChangeAspect="true"/>
          </p:cNvPicPr>
          <p:nvPr/>
        </p:nvPicPr>
        <p:blipFill>
          <a:blip r:embed="rId2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0" id="2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U29sb01vZGUoKSB7XG5cdFx0dGhpcy5fc29sb01vZGUgPSAhdGhpcy5fc29sb01vZGVcblx0XHRpZiAodGhpcy5fc29sb01vZGUpIHtcblx0XHRcdHRoaXMuX25vdGlmaWVyLm5vdGlmeSgnPGI+U29sby…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