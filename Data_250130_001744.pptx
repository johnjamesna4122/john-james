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  <p:sldId id="442" r:id="rId192"/>
    <p:sldId id="443" r:id="rId193"/>
    <p:sldId id="444" r:id="rId194"/>
    <p:sldId id="445" r:id="rId195"/>
    <p:sldId id="446" r:id="rId196"/>
    <p:sldId id="447" r:id="rId197"/>
    <p:sldId id="448" r:id="rId198"/>
    <p:sldId id="449" r:id="rId199"/>
    <p:sldId id="450" r:id="rId200"/>
    <p:sldId id="451" r:id="rId201"/>
    <p:sldId id="452" r:id="rId202"/>
    <p:sldId id="453" r:id="rId203"/>
    <p:sldId id="454" r:id="rId204"/>
    <p:sldId id="455" r:id="rId205"/>
    <p:sldId id="456" r:id="rId206"/>
    <p:sldId id="457" r:id="rId207"/>
    <p:sldId id="458" r:id="rId208"/>
    <p:sldId id="459" r:id="rId209"/>
    <p:sldId id="460" r:id="rId210"/>
    <p:sldId id="461" r:id="rId211"/>
    <p:sldId id="462" r:id="rId212"/>
    <p:sldId id="463" r:id="rId213"/>
    <p:sldId id="464" r:id="rId214"/>
    <p:sldId id="465" r:id="rId215"/>
    <p:sldId id="466" r:id="rId216"/>
    <p:sldId id="467" r:id="rId217"/>
    <p:sldId id="468" r:id="rId218"/>
    <p:sldId id="469" r:id="rId219"/>
    <p:sldId id="470" r:id="rId220"/>
    <p:sldId id="471" r:id="rId221"/>
    <p:sldId id="472" r:id="rId222"/>
    <p:sldId id="473" r:id="rId223"/>
    <p:sldId id="474" r:id="rId224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" Type="http://schemas.openxmlformats.org/officeDocument/2006/relationships/slide" Target="slides/slide6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" Type="http://schemas.openxmlformats.org/officeDocument/2006/relationships/slide" Target="slides/slide7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" Type="http://schemas.openxmlformats.org/officeDocument/2006/relationships/slide" Target="slides/slide8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Relationship Id="rId138" Type="http://schemas.openxmlformats.org/officeDocument/2006/relationships/slide" Target="slides/slide133.xml"/><Relationship Id="rId139" Type="http://schemas.openxmlformats.org/officeDocument/2006/relationships/slide" Target="slides/slide134.xml"/><Relationship Id="rId14" Type="http://schemas.openxmlformats.org/officeDocument/2006/relationships/slide" Target="slides/slide9.xml"/><Relationship Id="rId140" Type="http://schemas.openxmlformats.org/officeDocument/2006/relationships/slide" Target="slides/slide135.xml"/><Relationship Id="rId141" Type="http://schemas.openxmlformats.org/officeDocument/2006/relationships/slide" Target="slides/slide136.xml"/><Relationship Id="rId142" Type="http://schemas.openxmlformats.org/officeDocument/2006/relationships/slide" Target="slides/slide137.xml"/><Relationship Id="rId143" Type="http://schemas.openxmlformats.org/officeDocument/2006/relationships/slide" Target="slides/slide138.xml"/><Relationship Id="rId144" Type="http://schemas.openxmlformats.org/officeDocument/2006/relationships/slide" Target="slides/slide139.xml"/><Relationship Id="rId145" Type="http://schemas.openxmlformats.org/officeDocument/2006/relationships/slide" Target="slides/slide140.xml"/><Relationship Id="rId146" Type="http://schemas.openxmlformats.org/officeDocument/2006/relationships/slide" Target="slides/slide141.xml"/><Relationship Id="rId147" Type="http://schemas.openxmlformats.org/officeDocument/2006/relationships/slide" Target="slides/slide142.xml"/><Relationship Id="rId148" Type="http://schemas.openxmlformats.org/officeDocument/2006/relationships/slide" Target="slides/slide143.xml"/><Relationship Id="rId149" Type="http://schemas.openxmlformats.org/officeDocument/2006/relationships/slide" Target="slides/slide144.xml"/><Relationship Id="rId15" Type="http://schemas.openxmlformats.org/officeDocument/2006/relationships/slide" Target="slides/slide10.xml"/><Relationship Id="rId150" Type="http://schemas.openxmlformats.org/officeDocument/2006/relationships/slide" Target="slides/slide145.xml"/><Relationship Id="rId151" Type="http://schemas.openxmlformats.org/officeDocument/2006/relationships/slide" Target="slides/slide146.xml"/><Relationship Id="rId152" Type="http://schemas.openxmlformats.org/officeDocument/2006/relationships/slide" Target="slides/slide147.xml"/><Relationship Id="rId153" Type="http://schemas.openxmlformats.org/officeDocument/2006/relationships/slide" Target="slides/slide148.xml"/><Relationship Id="rId154" Type="http://schemas.openxmlformats.org/officeDocument/2006/relationships/slide" Target="slides/slide149.xml"/><Relationship Id="rId155" Type="http://schemas.openxmlformats.org/officeDocument/2006/relationships/slide" Target="slides/slide150.xml"/><Relationship Id="rId156" Type="http://schemas.openxmlformats.org/officeDocument/2006/relationships/slide" Target="slides/slide151.xml"/><Relationship Id="rId157" Type="http://schemas.openxmlformats.org/officeDocument/2006/relationships/slide" Target="slides/slide152.xml"/><Relationship Id="rId158" Type="http://schemas.openxmlformats.org/officeDocument/2006/relationships/slide" Target="slides/slide153.xml"/><Relationship Id="rId159" Type="http://schemas.openxmlformats.org/officeDocument/2006/relationships/slide" Target="slides/slide154.xml"/><Relationship Id="rId16" Type="http://schemas.openxmlformats.org/officeDocument/2006/relationships/slide" Target="slides/slide11.xml"/><Relationship Id="rId160" Type="http://schemas.openxmlformats.org/officeDocument/2006/relationships/slide" Target="slides/slide155.xml"/><Relationship Id="rId161" Type="http://schemas.openxmlformats.org/officeDocument/2006/relationships/slide" Target="slides/slide156.xml"/><Relationship Id="rId162" Type="http://schemas.openxmlformats.org/officeDocument/2006/relationships/slide" Target="slides/slide157.xml"/><Relationship Id="rId163" Type="http://schemas.openxmlformats.org/officeDocument/2006/relationships/slide" Target="slides/slide158.xml"/><Relationship Id="rId164" Type="http://schemas.openxmlformats.org/officeDocument/2006/relationships/slide" Target="slides/slide159.xml"/><Relationship Id="rId165" Type="http://schemas.openxmlformats.org/officeDocument/2006/relationships/slide" Target="slides/slide160.xml"/><Relationship Id="rId166" Type="http://schemas.openxmlformats.org/officeDocument/2006/relationships/slide" Target="slides/slide161.xml"/><Relationship Id="rId167" Type="http://schemas.openxmlformats.org/officeDocument/2006/relationships/slide" Target="slides/slide162.xml"/><Relationship Id="rId168" Type="http://schemas.openxmlformats.org/officeDocument/2006/relationships/slide" Target="slides/slide163.xml"/><Relationship Id="rId169" Type="http://schemas.openxmlformats.org/officeDocument/2006/relationships/slide" Target="slides/slide164.xml"/><Relationship Id="rId17" Type="http://schemas.openxmlformats.org/officeDocument/2006/relationships/slide" Target="slides/slide12.xml"/><Relationship Id="rId170" Type="http://schemas.openxmlformats.org/officeDocument/2006/relationships/slide" Target="slides/slide165.xml"/><Relationship Id="rId171" Type="http://schemas.openxmlformats.org/officeDocument/2006/relationships/slide" Target="slides/slide166.xml"/><Relationship Id="rId172" Type="http://schemas.openxmlformats.org/officeDocument/2006/relationships/slide" Target="slides/slide167.xml"/><Relationship Id="rId173" Type="http://schemas.openxmlformats.org/officeDocument/2006/relationships/slide" Target="slides/slide168.xml"/><Relationship Id="rId174" Type="http://schemas.openxmlformats.org/officeDocument/2006/relationships/slide" Target="slides/slide169.xml"/><Relationship Id="rId175" Type="http://schemas.openxmlformats.org/officeDocument/2006/relationships/slide" Target="slides/slide170.xml"/><Relationship Id="rId176" Type="http://schemas.openxmlformats.org/officeDocument/2006/relationships/slide" Target="slides/slide171.xml"/><Relationship Id="rId177" Type="http://schemas.openxmlformats.org/officeDocument/2006/relationships/slide" Target="slides/slide172.xml"/><Relationship Id="rId178" Type="http://schemas.openxmlformats.org/officeDocument/2006/relationships/slide" Target="slides/slide173.xml"/><Relationship Id="rId179" Type="http://schemas.openxmlformats.org/officeDocument/2006/relationships/slide" Target="slides/slide174.xml"/><Relationship Id="rId18" Type="http://schemas.openxmlformats.org/officeDocument/2006/relationships/slide" Target="slides/slide13.xml"/><Relationship Id="rId180" Type="http://schemas.openxmlformats.org/officeDocument/2006/relationships/slide" Target="slides/slide175.xml"/><Relationship Id="rId181" Type="http://schemas.openxmlformats.org/officeDocument/2006/relationships/slide" Target="slides/slide176.xml"/><Relationship Id="rId182" Type="http://schemas.openxmlformats.org/officeDocument/2006/relationships/slide" Target="slides/slide177.xml"/><Relationship Id="rId183" Type="http://schemas.openxmlformats.org/officeDocument/2006/relationships/slide" Target="slides/slide178.xml"/><Relationship Id="rId184" Type="http://schemas.openxmlformats.org/officeDocument/2006/relationships/slide" Target="slides/slide179.xml"/><Relationship Id="rId185" Type="http://schemas.openxmlformats.org/officeDocument/2006/relationships/slide" Target="slides/slide180.xml"/><Relationship Id="rId186" Type="http://schemas.openxmlformats.org/officeDocument/2006/relationships/slide" Target="slides/slide181.xml"/><Relationship Id="rId187" Type="http://schemas.openxmlformats.org/officeDocument/2006/relationships/slide" Target="slides/slide182.xml"/><Relationship Id="rId188" Type="http://schemas.openxmlformats.org/officeDocument/2006/relationships/slide" Target="slides/slide183.xml"/><Relationship Id="rId189" Type="http://schemas.openxmlformats.org/officeDocument/2006/relationships/slide" Target="slides/slide184.xml"/><Relationship Id="rId19" Type="http://schemas.openxmlformats.org/officeDocument/2006/relationships/slide" Target="slides/slide14.xml"/><Relationship Id="rId190" Type="http://schemas.openxmlformats.org/officeDocument/2006/relationships/slide" Target="slides/slide185.xml"/><Relationship Id="rId191" Type="http://schemas.openxmlformats.org/officeDocument/2006/relationships/slide" Target="slides/slide186.xml"/><Relationship Id="rId192" Type="http://schemas.openxmlformats.org/officeDocument/2006/relationships/slide" Target="slides/slide187.xml"/><Relationship Id="rId193" Type="http://schemas.openxmlformats.org/officeDocument/2006/relationships/slide" Target="slides/slide188.xml"/><Relationship Id="rId194" Type="http://schemas.openxmlformats.org/officeDocument/2006/relationships/slide" Target="slides/slide189.xml"/><Relationship Id="rId195" Type="http://schemas.openxmlformats.org/officeDocument/2006/relationships/slide" Target="slides/slide190.xml"/><Relationship Id="rId196" Type="http://schemas.openxmlformats.org/officeDocument/2006/relationships/slide" Target="slides/slide191.xml"/><Relationship Id="rId197" Type="http://schemas.openxmlformats.org/officeDocument/2006/relationships/slide" Target="slides/slide192.xml"/><Relationship Id="rId198" Type="http://schemas.openxmlformats.org/officeDocument/2006/relationships/slide" Target="slides/slide193.xml"/><Relationship Id="rId199" Type="http://schemas.openxmlformats.org/officeDocument/2006/relationships/slide" Target="slides/slide194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00" Type="http://schemas.openxmlformats.org/officeDocument/2006/relationships/slide" Target="slides/slide195.xml"/><Relationship Id="rId201" Type="http://schemas.openxmlformats.org/officeDocument/2006/relationships/slide" Target="slides/slide196.xml"/><Relationship Id="rId202" Type="http://schemas.openxmlformats.org/officeDocument/2006/relationships/slide" Target="slides/slide197.xml"/><Relationship Id="rId203" Type="http://schemas.openxmlformats.org/officeDocument/2006/relationships/slide" Target="slides/slide198.xml"/><Relationship Id="rId204" Type="http://schemas.openxmlformats.org/officeDocument/2006/relationships/slide" Target="slides/slide199.xml"/><Relationship Id="rId205" Type="http://schemas.openxmlformats.org/officeDocument/2006/relationships/slide" Target="slides/slide200.xml"/><Relationship Id="rId206" Type="http://schemas.openxmlformats.org/officeDocument/2006/relationships/slide" Target="slides/slide201.xml"/><Relationship Id="rId207" Type="http://schemas.openxmlformats.org/officeDocument/2006/relationships/slide" Target="slides/slide202.xml"/><Relationship Id="rId208" Type="http://schemas.openxmlformats.org/officeDocument/2006/relationships/slide" Target="slides/slide203.xml"/><Relationship Id="rId209" Type="http://schemas.openxmlformats.org/officeDocument/2006/relationships/slide" Target="slides/slide204.xml"/><Relationship Id="rId21" Type="http://schemas.openxmlformats.org/officeDocument/2006/relationships/slide" Target="slides/slide16.xml"/><Relationship Id="rId210" Type="http://schemas.openxmlformats.org/officeDocument/2006/relationships/slide" Target="slides/slide205.xml"/><Relationship Id="rId211" Type="http://schemas.openxmlformats.org/officeDocument/2006/relationships/slide" Target="slides/slide206.xml"/><Relationship Id="rId212" Type="http://schemas.openxmlformats.org/officeDocument/2006/relationships/slide" Target="slides/slide207.xml"/><Relationship Id="rId213" Type="http://schemas.openxmlformats.org/officeDocument/2006/relationships/slide" Target="slides/slide208.xml"/><Relationship Id="rId214" Type="http://schemas.openxmlformats.org/officeDocument/2006/relationships/slide" Target="slides/slide209.xml"/><Relationship Id="rId215" Type="http://schemas.openxmlformats.org/officeDocument/2006/relationships/slide" Target="slides/slide210.xml"/><Relationship Id="rId216" Type="http://schemas.openxmlformats.org/officeDocument/2006/relationships/slide" Target="slides/slide211.xml"/><Relationship Id="rId217" Type="http://schemas.openxmlformats.org/officeDocument/2006/relationships/slide" Target="slides/slide212.xml"/><Relationship Id="rId218" Type="http://schemas.openxmlformats.org/officeDocument/2006/relationships/slide" Target="slides/slide213.xml"/><Relationship Id="rId219" Type="http://schemas.openxmlformats.org/officeDocument/2006/relationships/slide" Target="slides/slide214.xml"/><Relationship Id="rId22" Type="http://schemas.openxmlformats.org/officeDocument/2006/relationships/slide" Target="slides/slide17.xml"/><Relationship Id="rId220" Type="http://schemas.openxmlformats.org/officeDocument/2006/relationships/slide" Target="slides/slide215.xml"/><Relationship Id="rId221" Type="http://schemas.openxmlformats.org/officeDocument/2006/relationships/slide" Target="slides/slide216.xml"/><Relationship Id="rId222" Type="http://schemas.openxmlformats.org/officeDocument/2006/relationships/slide" Target="slides/slide217.xml"/><Relationship Id="rId223" Type="http://schemas.openxmlformats.org/officeDocument/2006/relationships/slide" Target="slides/slide218.xml"/><Relationship Id="rId224" Type="http://schemas.openxmlformats.org/officeDocument/2006/relationships/slide" Target="slides/slide219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" Type="http://schemas.openxmlformats.org/officeDocument/2006/relationships/viewProps" Target="viewProps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" Type="http://schemas.openxmlformats.org/officeDocument/2006/relationships/theme" Target="theme/theme1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" Type="http://schemas.openxmlformats.org/officeDocument/2006/relationships/tableStyles" Target="tableStyles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" Type="http://schemas.openxmlformats.org/officeDocument/2006/relationships/slide" Target="slides/slide1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" Type="http://schemas.openxmlformats.org/officeDocument/2006/relationships/slide" Target="slides/slide2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" Type="http://schemas.openxmlformats.org/officeDocument/2006/relationships/slide" Target="slides/slide3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" Type="http://schemas.openxmlformats.org/officeDocument/2006/relationships/slide" Target="slides/slide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Mode="External" Target="https://dn790000.ca.archive.org/0/items/salvationoldtheo00brou/salvationoldtheo00brou_scandata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" Type="http://schemas.openxmlformats.org/officeDocument/2006/relationships/image" Target="../media/image8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0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" Type="http://schemas.openxmlformats.org/officeDocument/2006/relationships/image" Target="../media/image1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" Type="http://schemas.openxmlformats.org/officeDocument/2006/relationships/image" Target="../media/image1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" Type="http://schemas.openxmlformats.org/officeDocument/2006/relationships/image" Target="../media/image1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" Type="http://schemas.openxmlformats.org/officeDocument/2006/relationships/image" Target="../media/image1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" Type="http://schemas.openxmlformats.org/officeDocument/2006/relationships/image" Target="../media/image2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" Type="http://schemas.openxmlformats.org/officeDocument/2006/relationships/image" Target="../media/image2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2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" Type="http://schemas.openxmlformats.org/officeDocument/2006/relationships/image" Target="../media/image2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28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" Type="http://schemas.openxmlformats.org/officeDocument/2006/relationships/image" Target="../media/image30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" Type="http://schemas.openxmlformats.org/officeDocument/2006/relationships/image" Target="../media/image3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" Type="http://schemas.openxmlformats.org/officeDocument/2006/relationships/image" Target="../media/image34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" Type="http://schemas.openxmlformats.org/officeDocument/2006/relationships/image" Target="../media/image36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8" Type="http://schemas.openxmlformats.org/officeDocument/2006/relationships/image" Target="../media/image38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0" Type="http://schemas.openxmlformats.org/officeDocument/2006/relationships/image" Target="../media/image40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2" Type="http://schemas.openxmlformats.org/officeDocument/2006/relationships/image" Target="../media/image42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4" Type="http://schemas.openxmlformats.org/officeDocument/2006/relationships/image" Target="../media/image44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6" Type="http://schemas.openxmlformats.org/officeDocument/2006/relationships/image" Target="../media/image46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8" Type="http://schemas.openxmlformats.org/officeDocument/2006/relationships/image" Target="../media/image48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0" Type="http://schemas.openxmlformats.org/officeDocument/2006/relationships/image" Target="../media/image50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2" Type="http://schemas.openxmlformats.org/officeDocument/2006/relationships/image" Target="../media/image52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4" Type="http://schemas.openxmlformats.org/officeDocument/2006/relationships/image" Target="../media/image54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6" Type="http://schemas.openxmlformats.org/officeDocument/2006/relationships/image" Target="../media/image56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8" Type="http://schemas.openxmlformats.org/officeDocument/2006/relationships/image" Target="../media/image58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0" Type="http://schemas.openxmlformats.org/officeDocument/2006/relationships/image" Target="../media/image60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2" Type="http://schemas.openxmlformats.org/officeDocument/2006/relationships/image" Target="../media/image62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4" Type="http://schemas.openxmlformats.org/officeDocument/2006/relationships/image" Target="../media/image64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6" Type="http://schemas.openxmlformats.org/officeDocument/2006/relationships/image" Target="../media/image66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8" Type="http://schemas.openxmlformats.org/officeDocument/2006/relationships/image" Target="../media/image68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0" Type="http://schemas.openxmlformats.org/officeDocument/2006/relationships/image" Target="../media/image70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2" Type="http://schemas.openxmlformats.org/officeDocument/2006/relationships/image" Target="../media/image72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4" Type="http://schemas.openxmlformats.org/officeDocument/2006/relationships/image" Target="../media/image74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6" Type="http://schemas.openxmlformats.org/officeDocument/2006/relationships/image" Target="../media/image76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8" Type="http://schemas.openxmlformats.org/officeDocument/2006/relationships/image" Target="../media/image78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0" Type="http://schemas.openxmlformats.org/officeDocument/2006/relationships/image" Target="../media/image80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2" Type="http://schemas.openxmlformats.org/officeDocument/2006/relationships/image" Target="../media/image82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4" Type="http://schemas.openxmlformats.org/officeDocument/2006/relationships/image" Target="../media/image84.pn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6" Type="http://schemas.openxmlformats.org/officeDocument/2006/relationships/image" Target="../media/image86.png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8" Type="http://schemas.openxmlformats.org/officeDocument/2006/relationships/image" Target="../media/image88.pn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0" Type="http://schemas.openxmlformats.org/officeDocument/2006/relationships/image" Target="../media/image90.pn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2" Type="http://schemas.openxmlformats.org/officeDocument/2006/relationships/image" Target="../media/image92.pn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4" Type="http://schemas.openxmlformats.org/officeDocument/2006/relationships/image" Target="../media/image94.png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6" Type="http://schemas.openxmlformats.org/officeDocument/2006/relationships/image" Target="../media/image96.png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8" Type="http://schemas.openxmlformats.org/officeDocument/2006/relationships/image" Target="../media/image98.png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0" Type="http://schemas.openxmlformats.org/officeDocument/2006/relationships/image" Target="../media/image100.png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2" Type="http://schemas.openxmlformats.org/officeDocument/2006/relationships/image" Target="../media/image102.png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4" Type="http://schemas.openxmlformats.org/officeDocument/2006/relationships/image" Target="../media/image104.png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6" Type="http://schemas.openxmlformats.org/officeDocument/2006/relationships/image" Target="../media/image106.png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8" Type="http://schemas.openxmlformats.org/officeDocument/2006/relationships/image" Target="../media/image108.png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0" Type="http://schemas.openxmlformats.org/officeDocument/2006/relationships/image" Target="../media/image110.png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2" Type="http://schemas.openxmlformats.org/officeDocument/2006/relationships/image" Target="../media/image112.png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4" Type="http://schemas.openxmlformats.org/officeDocument/2006/relationships/image" Target="../media/image114.png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6" Type="http://schemas.openxmlformats.org/officeDocument/2006/relationships/image" Target="../media/image116.png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8" Type="http://schemas.openxmlformats.org/officeDocument/2006/relationships/image" Target="../media/image118.png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0" Type="http://schemas.openxmlformats.org/officeDocument/2006/relationships/image" Target="../media/image120.png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2" Type="http://schemas.openxmlformats.org/officeDocument/2006/relationships/image" Target="../media/image122.png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4" Type="http://schemas.openxmlformats.org/officeDocument/2006/relationships/image" Target="../media/image124.png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6" Type="http://schemas.openxmlformats.org/officeDocument/2006/relationships/image" Target="../media/image126.png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8" Type="http://schemas.openxmlformats.org/officeDocument/2006/relationships/image" Target="../media/image128.png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0" Type="http://schemas.openxmlformats.org/officeDocument/2006/relationships/image" Target="../media/image130.png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2" Type="http://schemas.openxmlformats.org/officeDocument/2006/relationships/image" Target="../media/image132.png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4" Type="http://schemas.openxmlformats.org/officeDocument/2006/relationships/image" Target="../media/image134.png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6" Type="http://schemas.openxmlformats.org/officeDocument/2006/relationships/image" Target="../media/image136.png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8" Type="http://schemas.openxmlformats.org/officeDocument/2006/relationships/image" Target="../media/image138.png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0" Type="http://schemas.openxmlformats.org/officeDocument/2006/relationships/image" Target="../media/image140.png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2" Type="http://schemas.openxmlformats.org/officeDocument/2006/relationships/image" Target="../media/image142.png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4" Type="http://schemas.openxmlformats.org/officeDocument/2006/relationships/image" Target="../media/image144.png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6" Type="http://schemas.openxmlformats.org/officeDocument/2006/relationships/image" Target="../media/image146.png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8" Type="http://schemas.openxmlformats.org/officeDocument/2006/relationships/image" Target="../media/image148.png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0" Type="http://schemas.openxmlformats.org/officeDocument/2006/relationships/image" Target="../media/image150.png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2" Type="http://schemas.openxmlformats.org/officeDocument/2006/relationships/image" Target="../media/image152.png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4" Type="http://schemas.openxmlformats.org/officeDocument/2006/relationships/image" Target="../media/image154.png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6" Type="http://schemas.openxmlformats.org/officeDocument/2006/relationships/image" Target="../media/image156.png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8" Type="http://schemas.openxmlformats.org/officeDocument/2006/relationships/image" Target="../media/image158.png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0" Type="http://schemas.openxmlformats.org/officeDocument/2006/relationships/image" Target="../media/image160.png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2" Type="http://schemas.openxmlformats.org/officeDocument/2006/relationships/image" Target="../media/image162.png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4" Type="http://schemas.openxmlformats.org/officeDocument/2006/relationships/image" Target="../media/image164.png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6" Type="http://schemas.openxmlformats.org/officeDocument/2006/relationships/image" Target="../media/image166.png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8" Type="http://schemas.openxmlformats.org/officeDocument/2006/relationships/image" Target="../media/image168.png"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0" Type="http://schemas.openxmlformats.org/officeDocument/2006/relationships/image" Target="../media/image170.png"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2" Type="http://schemas.openxmlformats.org/officeDocument/2006/relationships/image" Target="../media/image172.png"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4" Type="http://schemas.openxmlformats.org/officeDocument/2006/relationships/image" Target="../media/image174.png"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6" Type="http://schemas.openxmlformats.org/officeDocument/2006/relationships/image" Target="../media/image176.png"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8" Type="http://schemas.openxmlformats.org/officeDocument/2006/relationships/image" Target="../media/image178.png"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0" Type="http://schemas.openxmlformats.org/officeDocument/2006/relationships/image" Target="../media/image180.png"/></Relationships>
</file>

<file path=ppt/slides/_rels/slide9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2" Type="http://schemas.openxmlformats.org/officeDocument/2006/relationships/image" Target="../media/image182.png"/></Relationships>
</file>

<file path=ppt/slides/_rels/slide9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4" Type="http://schemas.openxmlformats.org/officeDocument/2006/relationships/image" Target="../media/image184.png"/></Relationships>
</file>

<file path=ppt/slides/_rels/slide9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6" Type="http://schemas.openxmlformats.org/officeDocument/2006/relationships/image" Target="../media/image186.png"/></Relationships>
</file>

<file path=ppt/slides/_rels/slide9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8" Type="http://schemas.openxmlformats.org/officeDocument/2006/relationships/image" Target="../media/image188.png"/></Relationships>
</file>

<file path=ppt/slides/_rels/slide9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0" Type="http://schemas.openxmlformats.org/officeDocument/2006/relationships/image" Target="../media/image190.png"/></Relationships>
</file>

<file path=ppt/slides/_rels/slide9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2" Type="http://schemas.openxmlformats.org/officeDocument/2006/relationships/image" Target="../media/image192.png"/></Relationships>
</file>

<file path=ppt/slides/_rels/slide9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4" Type="http://schemas.openxmlformats.org/officeDocument/2006/relationships/image" Target="../media/image194.png"/></Relationships>
</file>

<file path=ppt/slides/_rels/slide9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6" Type="http://schemas.openxmlformats.org/officeDocument/2006/relationships/image" Target="../media/image196.png"/></Relationships>
</file>

<file path=ppt/slides/_rels/slide9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8" Type="http://schemas.openxmlformats.org/officeDocument/2006/relationships/image" Target="../media/image198.png"/></Relationships>
</file>

<file path=ppt/slides/_rels/slide9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0" Type="http://schemas.openxmlformats.org/officeDocument/2006/relationships/image" Target="../media/image200.png"/></Relationships>
</file>

<file path=ppt/slides/_rels/slide10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2" Type="http://schemas.openxmlformats.org/officeDocument/2006/relationships/image" Target="../media/image202.png"/></Relationships>
</file>

<file path=ppt/slides/_rels/slide10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4" Type="http://schemas.openxmlformats.org/officeDocument/2006/relationships/image" Target="../media/image204.png"/></Relationships>
</file>

<file path=ppt/slides/_rels/slide10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6" Type="http://schemas.openxmlformats.org/officeDocument/2006/relationships/image" Target="../media/image206.png"/></Relationships>
</file>

<file path=ppt/slides/_rels/slide10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8" Type="http://schemas.openxmlformats.org/officeDocument/2006/relationships/image" Target="../media/image208.png"/></Relationships>
</file>

<file path=ppt/slides/_rels/slide10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0" Type="http://schemas.openxmlformats.org/officeDocument/2006/relationships/image" Target="../media/image210.png"/></Relationships>
</file>

<file path=ppt/slides/_rels/slide10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212.png"/></Relationships>
</file>

<file path=ppt/slides/_rels/slide10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4" Type="http://schemas.openxmlformats.org/officeDocument/2006/relationships/image" Target="../media/image214.png"/></Relationships>
</file>

<file path=ppt/slides/_rels/slide10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6" Type="http://schemas.openxmlformats.org/officeDocument/2006/relationships/image" Target="../media/image216.png"/></Relationships>
</file>

<file path=ppt/slides/_rels/slide10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8" Type="http://schemas.openxmlformats.org/officeDocument/2006/relationships/image" Target="../media/image218.png"/></Relationships>
</file>

<file path=ppt/slides/_rels/slide10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0" Type="http://schemas.openxmlformats.org/officeDocument/2006/relationships/image" Target="../media/image220.png"/></Relationships>
</file>

<file path=ppt/slides/_rels/slide1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2" Type="http://schemas.openxmlformats.org/officeDocument/2006/relationships/image" Target="../media/image222.png"/></Relationships>
</file>

<file path=ppt/slides/_rels/slide1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4" Type="http://schemas.openxmlformats.org/officeDocument/2006/relationships/image" Target="../media/image224.png"/></Relationships>
</file>

<file path=ppt/slides/_rels/slide1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6" Type="http://schemas.openxmlformats.org/officeDocument/2006/relationships/image" Target="../media/image226.png"/></Relationships>
</file>

<file path=ppt/slides/_rels/slide1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8" Type="http://schemas.openxmlformats.org/officeDocument/2006/relationships/image" Target="../media/image228.png"/></Relationships>
</file>

<file path=ppt/slides/_rels/slide1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0" Type="http://schemas.openxmlformats.org/officeDocument/2006/relationships/image" Target="../media/image230.png"/></Relationships>
</file>

<file path=ppt/slides/_rels/slide1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2" Type="http://schemas.openxmlformats.org/officeDocument/2006/relationships/image" Target="../media/image232.png"/></Relationships>
</file>

<file path=ppt/slides/_rels/slide1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4" Type="http://schemas.openxmlformats.org/officeDocument/2006/relationships/image" Target="../media/image234.png"/></Relationships>
</file>

<file path=ppt/slides/_rels/slide1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6" Type="http://schemas.openxmlformats.org/officeDocument/2006/relationships/image" Target="../media/image236.png"/></Relationships>
</file>

<file path=ppt/slides/_rels/slide1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8" Type="http://schemas.openxmlformats.org/officeDocument/2006/relationships/image" Target="../media/image238.png"/></Relationships>
</file>

<file path=ppt/slides/_rels/slide1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0" Type="http://schemas.openxmlformats.org/officeDocument/2006/relationships/image" Target="../media/image240.png"/></Relationships>
</file>

<file path=ppt/slides/_rels/slide1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2" Type="http://schemas.openxmlformats.org/officeDocument/2006/relationships/image" Target="../media/image242.png"/></Relationships>
</file>

<file path=ppt/slides/_rels/slide1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4" Type="http://schemas.openxmlformats.org/officeDocument/2006/relationships/image" Target="../media/image244.png"/></Relationships>
</file>

<file path=ppt/slides/_rels/slide1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6" Type="http://schemas.openxmlformats.org/officeDocument/2006/relationships/image" Target="../media/image246.png"/></Relationships>
</file>

<file path=ppt/slides/_rels/slide1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8" Type="http://schemas.openxmlformats.org/officeDocument/2006/relationships/image" Target="../media/image248.png"/></Relationships>
</file>

<file path=ppt/slides/_rels/slide1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0" Type="http://schemas.openxmlformats.org/officeDocument/2006/relationships/image" Target="../media/image250.png"/></Relationships>
</file>

<file path=ppt/slides/_rels/slide1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2" Type="http://schemas.openxmlformats.org/officeDocument/2006/relationships/image" Target="../media/image252.png"/></Relationships>
</file>

<file path=ppt/slides/_rels/slide1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4" Type="http://schemas.openxmlformats.org/officeDocument/2006/relationships/image" Target="../media/image254.png"/></Relationships>
</file>

<file path=ppt/slides/_rels/slide1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6" Type="http://schemas.openxmlformats.org/officeDocument/2006/relationships/image" Target="../media/image256.png"/></Relationships>
</file>

<file path=ppt/slides/_rels/slide1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8" Type="http://schemas.openxmlformats.org/officeDocument/2006/relationships/image" Target="../media/image258.png"/></Relationships>
</file>

<file path=ppt/slides/_rels/slide1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0" Type="http://schemas.openxmlformats.org/officeDocument/2006/relationships/image" Target="../media/image260.png"/></Relationships>
</file>

<file path=ppt/slides/_rels/slide1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2" Type="http://schemas.openxmlformats.org/officeDocument/2006/relationships/image" Target="../media/image262.png"/></Relationships>
</file>

<file path=ppt/slides/_rels/slide1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4" Type="http://schemas.openxmlformats.org/officeDocument/2006/relationships/image" Target="../media/image264.png"/></Relationships>
</file>

<file path=ppt/slides/_rels/slide1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6" Type="http://schemas.openxmlformats.org/officeDocument/2006/relationships/image" Target="../media/image266.png"/></Relationships>
</file>

<file path=ppt/slides/_rels/slide1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8" Type="http://schemas.openxmlformats.org/officeDocument/2006/relationships/image" Target="../media/image268.png"/></Relationships>
</file>

<file path=ppt/slides/_rels/slide1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70" Type="http://schemas.openxmlformats.org/officeDocument/2006/relationships/image" Target="../media/image270.png"/></Relationships>
</file>

<file path=ppt/slides/_rels/slide1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72" Type="http://schemas.openxmlformats.org/officeDocument/2006/relationships/image" Target="../media/image272.png"/></Relationships>
</file>

<file path=ppt/slides/_rels/slide1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74" Type="http://schemas.openxmlformats.org/officeDocument/2006/relationships/image" Target="../media/image274.png"/></Relationships>
</file>

<file path=ppt/slides/_rels/slide1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76" Type="http://schemas.openxmlformats.org/officeDocument/2006/relationships/image" Target="../media/image276.png"/></Relationships>
</file>

<file path=ppt/slides/_rels/slide1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78" Type="http://schemas.openxmlformats.org/officeDocument/2006/relationships/image" Target="../media/image278.png"/></Relationships>
</file>

<file path=ppt/slides/_rels/slide1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0" Type="http://schemas.openxmlformats.org/officeDocument/2006/relationships/image" Target="../media/image280.png"/></Relationships>
</file>

<file path=ppt/slides/_rels/slide1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2" Type="http://schemas.openxmlformats.org/officeDocument/2006/relationships/image" Target="../media/image282.png"/></Relationships>
</file>

<file path=ppt/slides/_rels/slide1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4" Type="http://schemas.openxmlformats.org/officeDocument/2006/relationships/image" Target="../media/image284.png"/></Relationships>
</file>

<file path=ppt/slides/_rels/slide1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6" Type="http://schemas.openxmlformats.org/officeDocument/2006/relationships/image" Target="../media/image286.png"/></Relationships>
</file>

<file path=ppt/slides/_rels/slide1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8" Type="http://schemas.openxmlformats.org/officeDocument/2006/relationships/image" Target="../media/image288.png"/></Relationships>
</file>

<file path=ppt/slides/_rels/slide1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90" Type="http://schemas.openxmlformats.org/officeDocument/2006/relationships/image" Target="../media/image290.png"/></Relationships>
</file>

<file path=ppt/slides/_rels/slide1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92" Type="http://schemas.openxmlformats.org/officeDocument/2006/relationships/image" Target="../media/image292.png"/></Relationships>
</file>

<file path=ppt/slides/_rels/slide1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94" Type="http://schemas.openxmlformats.org/officeDocument/2006/relationships/image" Target="../media/image294.png"/></Relationships>
</file>

<file path=ppt/slides/_rels/slide1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96" Type="http://schemas.openxmlformats.org/officeDocument/2006/relationships/image" Target="../media/image296.png"/></Relationships>
</file>

<file path=ppt/slides/_rels/slide1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98" Type="http://schemas.openxmlformats.org/officeDocument/2006/relationships/image" Target="../media/image298.png"/></Relationships>
</file>

<file path=ppt/slides/_rels/slide1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0" Type="http://schemas.openxmlformats.org/officeDocument/2006/relationships/image" Target="../media/image300.png"/></Relationships>
</file>

<file path=ppt/slides/_rels/slide1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2" Type="http://schemas.openxmlformats.org/officeDocument/2006/relationships/image" Target="../media/image302.png"/></Relationships>
</file>

<file path=ppt/slides/_rels/slide1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4" Type="http://schemas.openxmlformats.org/officeDocument/2006/relationships/image" Target="../media/image304.png"/></Relationships>
</file>

<file path=ppt/slides/_rels/slide1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6" Type="http://schemas.openxmlformats.org/officeDocument/2006/relationships/image" Target="../media/image306.png"/></Relationships>
</file>

<file path=ppt/slides/_rels/slide1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8" Type="http://schemas.openxmlformats.org/officeDocument/2006/relationships/image" Target="../media/image308.png"/></Relationships>
</file>

<file path=ppt/slides/_rels/slide1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10" Type="http://schemas.openxmlformats.org/officeDocument/2006/relationships/image" Target="../media/image310.png"/></Relationships>
</file>

<file path=ppt/slides/_rels/slide1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12" Type="http://schemas.openxmlformats.org/officeDocument/2006/relationships/image" Target="../media/image312.png"/></Relationships>
</file>

<file path=ppt/slides/_rels/slide1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14" Type="http://schemas.openxmlformats.org/officeDocument/2006/relationships/image" Target="../media/image314.png"/></Relationships>
</file>

<file path=ppt/slides/_rels/slide1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16" Type="http://schemas.openxmlformats.org/officeDocument/2006/relationships/image" Target="../media/image316.png"/></Relationships>
</file>

<file path=ppt/slides/_rels/slide1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18" Type="http://schemas.openxmlformats.org/officeDocument/2006/relationships/image" Target="../media/image318.png"/></Relationships>
</file>

<file path=ppt/slides/_rels/slide1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0" Type="http://schemas.openxmlformats.org/officeDocument/2006/relationships/image" Target="../media/image320.png"/></Relationships>
</file>

<file path=ppt/slides/_rels/slide1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2" Type="http://schemas.openxmlformats.org/officeDocument/2006/relationships/image" Target="../media/image322.png"/></Relationships>
</file>

<file path=ppt/slides/_rels/slide1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4" Type="http://schemas.openxmlformats.org/officeDocument/2006/relationships/image" Target="../media/image324.png"/></Relationships>
</file>

<file path=ppt/slides/_rels/slide1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6" Type="http://schemas.openxmlformats.org/officeDocument/2006/relationships/image" Target="../media/image326.png"/></Relationships>
</file>

<file path=ppt/slides/_rels/slide1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8" Type="http://schemas.openxmlformats.org/officeDocument/2006/relationships/image" Target="../media/image328.png"/></Relationships>
</file>

<file path=ppt/slides/_rels/slide1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30" Type="http://schemas.openxmlformats.org/officeDocument/2006/relationships/image" Target="../media/image330.png"/></Relationships>
</file>

<file path=ppt/slides/_rels/slide1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32" Type="http://schemas.openxmlformats.org/officeDocument/2006/relationships/image" Target="../media/image332.png"/></Relationships>
</file>

<file path=ppt/slides/_rels/slide1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34" Type="http://schemas.openxmlformats.org/officeDocument/2006/relationships/image" Target="../media/image334.png"/></Relationships>
</file>

<file path=ppt/slides/_rels/slide1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36" Type="http://schemas.openxmlformats.org/officeDocument/2006/relationships/image" Target="../media/image336.png"/></Relationships>
</file>

<file path=ppt/slides/_rels/slide1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38" Type="http://schemas.openxmlformats.org/officeDocument/2006/relationships/image" Target="../media/image338.png"/></Relationships>
</file>

<file path=ppt/slides/_rels/slide1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0" Type="http://schemas.openxmlformats.org/officeDocument/2006/relationships/image" Target="../media/image340.png"/></Relationships>
</file>

<file path=ppt/slides/_rels/slide1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2" Type="http://schemas.openxmlformats.org/officeDocument/2006/relationships/image" Target="../media/image342.png"/></Relationships>
</file>

<file path=ppt/slides/_rels/slide1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4" Type="http://schemas.openxmlformats.org/officeDocument/2006/relationships/image" Target="../media/image344.png"/></Relationships>
</file>

<file path=ppt/slides/_rels/slide1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6" Type="http://schemas.openxmlformats.org/officeDocument/2006/relationships/image" Target="../media/image346.png"/></Relationships>
</file>

<file path=ppt/slides/_rels/slide1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8" Type="http://schemas.openxmlformats.org/officeDocument/2006/relationships/image" Target="../media/image348.png"/></Relationships>
</file>

<file path=ppt/slides/_rels/slide1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50" Type="http://schemas.openxmlformats.org/officeDocument/2006/relationships/image" Target="../media/image350.png"/></Relationships>
</file>

<file path=ppt/slides/_rels/slide1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52" Type="http://schemas.openxmlformats.org/officeDocument/2006/relationships/image" Target="../media/image352.png"/></Relationships>
</file>

<file path=ppt/slides/_rels/slide1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54" Type="http://schemas.openxmlformats.org/officeDocument/2006/relationships/image" Target="../media/image354.png"/></Relationships>
</file>

<file path=ppt/slides/_rels/slide1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56" Type="http://schemas.openxmlformats.org/officeDocument/2006/relationships/image" Target="../media/image356.png"/></Relationships>
</file>

<file path=ppt/slides/_rels/slide1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58" Type="http://schemas.openxmlformats.org/officeDocument/2006/relationships/image" Target="../media/image358.png"/></Relationships>
</file>

<file path=ppt/slides/_rels/slide1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0" Type="http://schemas.openxmlformats.org/officeDocument/2006/relationships/image" Target="../media/image360.png"/></Relationships>
</file>

<file path=ppt/slides/_rels/slide1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2" Type="http://schemas.openxmlformats.org/officeDocument/2006/relationships/image" Target="../media/image362.png"/></Relationships>
</file>

<file path=ppt/slides/_rels/slide1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4" Type="http://schemas.openxmlformats.org/officeDocument/2006/relationships/image" Target="../media/image364.png"/></Relationships>
</file>

<file path=ppt/slides/_rels/slide1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6" Type="http://schemas.openxmlformats.org/officeDocument/2006/relationships/image" Target="../media/image366.png"/></Relationships>
</file>

<file path=ppt/slides/_rels/slide1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8" Type="http://schemas.openxmlformats.org/officeDocument/2006/relationships/image" Target="../media/image368.png"/></Relationships>
</file>

<file path=ppt/slides/_rels/slide1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70" Type="http://schemas.openxmlformats.org/officeDocument/2006/relationships/image" Target="../media/image370.png"/></Relationships>
</file>

<file path=ppt/slides/_rels/slide1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72" Type="http://schemas.openxmlformats.org/officeDocument/2006/relationships/image" Target="../media/image372.png"/></Relationships>
</file>

<file path=ppt/slides/_rels/slide1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74" Type="http://schemas.openxmlformats.org/officeDocument/2006/relationships/image" Target="../media/image374.png"/></Relationships>
</file>

<file path=ppt/slides/_rels/slide1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76" Type="http://schemas.openxmlformats.org/officeDocument/2006/relationships/image" Target="../media/image376.png"/></Relationships>
</file>

<file path=ppt/slides/_rels/slide1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78" Type="http://schemas.openxmlformats.org/officeDocument/2006/relationships/image" Target="../media/image378.png"/></Relationships>
</file>

<file path=ppt/slides/_rels/slide18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80" Type="http://schemas.openxmlformats.org/officeDocument/2006/relationships/image" Target="../media/image380.png"/></Relationships>
</file>

<file path=ppt/slides/_rels/slide19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82" Type="http://schemas.openxmlformats.org/officeDocument/2006/relationships/image" Target="../media/image382.png"/></Relationships>
</file>

<file path=ppt/slides/_rels/slide19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84" Type="http://schemas.openxmlformats.org/officeDocument/2006/relationships/image" Target="../media/image384.png"/></Relationships>
</file>

<file path=ppt/slides/_rels/slide19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86" Type="http://schemas.openxmlformats.org/officeDocument/2006/relationships/image" Target="../media/image386.png"/></Relationships>
</file>

<file path=ppt/slides/_rels/slide19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88" Type="http://schemas.openxmlformats.org/officeDocument/2006/relationships/image" Target="../media/image388.png"/></Relationships>
</file>

<file path=ppt/slides/_rels/slide19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90" Type="http://schemas.openxmlformats.org/officeDocument/2006/relationships/image" Target="../media/image390.png"/></Relationships>
</file>

<file path=ppt/slides/_rels/slide19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92" Type="http://schemas.openxmlformats.org/officeDocument/2006/relationships/image" Target="../media/image392.png"/></Relationships>
</file>

<file path=ppt/slides/_rels/slide19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94" Type="http://schemas.openxmlformats.org/officeDocument/2006/relationships/image" Target="../media/image394.png"/></Relationships>
</file>

<file path=ppt/slides/_rels/slide19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96" Type="http://schemas.openxmlformats.org/officeDocument/2006/relationships/image" Target="../media/image396.png"/></Relationships>
</file>

<file path=ppt/slides/_rels/slide19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98" Type="http://schemas.openxmlformats.org/officeDocument/2006/relationships/image" Target="../media/image398.png"/></Relationships>
</file>

<file path=ppt/slides/_rels/slide19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00" Type="http://schemas.openxmlformats.org/officeDocument/2006/relationships/image" Target="../media/image400.png"/></Relationships>
</file>

<file path=ppt/slides/_rels/slide20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02" Type="http://schemas.openxmlformats.org/officeDocument/2006/relationships/image" Target="../media/image402.png"/></Relationships>
</file>

<file path=ppt/slides/_rels/slide20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04" Type="http://schemas.openxmlformats.org/officeDocument/2006/relationships/image" Target="../media/image404.png"/></Relationships>
</file>

<file path=ppt/slides/_rels/slide20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06" Type="http://schemas.openxmlformats.org/officeDocument/2006/relationships/image" Target="../media/image406.png"/></Relationships>
</file>

<file path=ppt/slides/_rels/slide20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08" Type="http://schemas.openxmlformats.org/officeDocument/2006/relationships/image" Target="../media/image408.png"/></Relationships>
</file>

<file path=ppt/slides/_rels/slide20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10" Type="http://schemas.openxmlformats.org/officeDocument/2006/relationships/image" Target="../media/image410.png"/></Relationships>
</file>

<file path=ppt/slides/_rels/slide20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12" Type="http://schemas.openxmlformats.org/officeDocument/2006/relationships/image" Target="../media/image412.png"/></Relationships>
</file>

<file path=ppt/slides/_rels/slide20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14" Type="http://schemas.openxmlformats.org/officeDocument/2006/relationships/image" Target="../media/image414.png"/></Relationships>
</file>

<file path=ppt/slides/_rels/slide20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16" Type="http://schemas.openxmlformats.org/officeDocument/2006/relationships/image" Target="../media/image416.png"/></Relationships>
</file>

<file path=ppt/slides/_rels/slide20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18" Type="http://schemas.openxmlformats.org/officeDocument/2006/relationships/image" Target="../media/image418.png"/></Relationships>
</file>

<file path=ppt/slides/_rels/slide20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20" Type="http://schemas.openxmlformats.org/officeDocument/2006/relationships/image" Target="../media/image420.png"/></Relationships>
</file>

<file path=ppt/slides/_rels/slide2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22" Type="http://schemas.openxmlformats.org/officeDocument/2006/relationships/image" Target="../media/image422.png"/></Relationships>
</file>

<file path=ppt/slides/_rels/slide2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24" Type="http://schemas.openxmlformats.org/officeDocument/2006/relationships/image" Target="../media/image424.png"/></Relationships>
</file>

<file path=ppt/slides/_rels/slide2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26" Type="http://schemas.openxmlformats.org/officeDocument/2006/relationships/image" Target="../media/image426.png"/></Relationships>
</file>

<file path=ppt/slides/_rels/slide2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28" Type="http://schemas.openxmlformats.org/officeDocument/2006/relationships/image" Target="../media/image428.png"/></Relationships>
</file>

<file path=ppt/slides/_rels/slide2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30" Type="http://schemas.openxmlformats.org/officeDocument/2006/relationships/image" Target="../media/image430.png"/></Relationships>
</file>

<file path=ppt/slides/_rels/slide2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32" Type="http://schemas.openxmlformats.org/officeDocument/2006/relationships/image" Target="../media/image432.png"/></Relationships>
</file>

<file path=ppt/slides/_rels/slide2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34" Type="http://schemas.openxmlformats.org/officeDocument/2006/relationships/image" Target="../media/image434.png"/></Relationships>
</file>

<file path=ppt/slides/_rels/slide2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36" Type="http://schemas.openxmlformats.org/officeDocument/2006/relationships/image" Target="../media/image436.png"/></Relationships>
</file>

<file path=ppt/slides/_rels/slide2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38" Type="http://schemas.openxmlformats.org/officeDocument/2006/relationships/image" Target="../media/image438.png"/></Relationships>
</file>

<file path=ppt/slides/_rels/slide2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40" Type="http://schemas.openxmlformats.org/officeDocument/2006/relationships/image" Target="../media/image440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" id="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This XML file does not appear to have any style information associated with it. The document tree is shown below.</a:t>
            </a:r>
          </a:p>
          <a:p>
            <a:r>
              <a:rPr lang="en-US" sz="3700">
                <a:solidFill>
                  <a:srgbClr val="252525"/>
                </a:solidFill>
              </a:rPr>
              <a:t>&lt;book&gt;</a:t>
            </a:r>
          </a:p>
          <a:p>
            <a:r>
              <a:rPr lang="en-US" sz="3700">
                <a:solidFill>
                  <a:srgbClr val="252525"/>
                </a:solidFill>
              </a:rPr>
              <a:t>&lt;bookData&gt;</a:t>
            </a:r>
          </a:p>
          <a:p>
            <a:r>
              <a:rPr lang="en-US" sz="3700">
                <a:solidFill>
                  <a:srgbClr val="252525"/>
                </a:solidFill>
              </a:rPr>
              <a:t>&lt;bookId&gt;salvationoldtheo00brou&lt;/bookId&gt;</a:t>
            </a:r>
          </a:p>
          <a:p>
            <a:r>
              <a:rPr lang="en-US" sz="3700">
                <a:solidFill>
                  <a:srgbClr val="252525"/>
                </a:solidFill>
              </a:rPr>
              <a:t>&lt;leafCount&gt;208&lt;/leafCount&gt;</a:t>
            </a:r>
          </a:p>
          <a:p>
            <a:r>
              <a:rPr lang="en-US" sz="3700">
                <a:solidFill>
                  <a:srgbClr val="252525"/>
                </a:solidFill>
              </a:rPr>
              <a:t>&lt;cameraModel&gt;Canon 5D&lt;/cameraModel&gt;</a:t>
            </a:r>
          </a:p>
          <a:p>
            <a:r>
              <a:rPr lang="en-US" sz="3700">
                <a:solidFill>
                  <a:srgbClr val="252525"/>
                </a:solidFill>
              </a:rPr>
              <a:t>&lt;leftCameraId/&gt;</a:t>
            </a:r>
          </a:p>
          <a:p>
            <a:r>
              <a:rPr lang="en-US" sz="3700">
                <a:solidFill>
                  <a:srgbClr val="252525"/>
                </a:solidFill>
              </a:rPr>
              <a:t>&lt;rightCameraId/&gt;</a:t>
            </a:r>
          </a:p>
          <a:p>
            <a:r>
              <a:rPr lang="en-US" sz="3700">
                <a:solidFill>
                  <a:srgbClr val="252525"/>
                </a:solidFill>
              </a:rPr>
              <a:t>&lt;dpi&gt;500&lt;/dpi&gt;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&lt;pageNumData&gt;</a:t>
            </a:r>
          </a:p>
          <a:p>
            <a:r>
              <a:rPr lang="en-US" sz="3700">
                <a:solidFill>
                  <a:srgbClr val="252525"/>
                </a:solidFill>
              </a:rPr>
              <a:t>&lt;assertion&gt;</a:t>
            </a:r>
          </a:p>
          <a:p>
            <a:r>
              <a:rPr lang="en-US" sz="3700">
                <a:solidFill>
                  <a:srgbClr val="252525"/>
                </a:solidFill>
              </a:rPr>
              <a:t>&lt;leafNum&gt;9&lt;/leafNum&gt;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&lt;pageNum&gt;5&lt;/pageNum&gt;</a:t>
            </a:r>
          </a:p>
          <a:p>
            <a:r>
              <a:rPr lang="en-US" sz="3700">
                <a:solidFill>
                  <a:srgbClr val="252525"/>
                </a:solidFill>
              </a:rPr>
              <a:t>&lt;/assertion&gt;</a:t>
            </a:r>
          </a:p>
          <a:p>
            <a:r>
              <a:rPr lang="en-US" sz="3700">
                <a:solidFill>
                  <a:srgbClr val="252525"/>
                </a:solidFill>
              </a:rPr>
              <a:t>&lt;assertion&gt;</a:t>
            </a:r>
          </a:p>
          <a:p>
            <a:r>
              <a:rPr lang="en-US" sz="3700">
                <a:solidFill>
                  <a:srgbClr val="252525"/>
                </a:solidFill>
              </a:rPr>
              <a:t>&lt;leafNum&gt;194&lt;/leafNum&gt;</a:t>
            </a:r>
          </a:p>
        </p:txBody>
      </p:sp>
      <p:pic>
        <p:nvPicPr>
          <p:cNvPr name="Picture 4" id="4">
            <a:hlinkClick r:id="rId5"/>
          </p:cNvPr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" id="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&lt;pageNum&gt;188&lt;/pageNum&gt;</a:t>
            </a:r>
          </a:p>
          <a:p>
            <a:r>
              <a:rPr lang="en-US" sz="3700">
                <a:solidFill>
                  <a:srgbClr val="252525"/>
                </a:solidFill>
              </a:rPr>
              <a:t>&lt;/assertion&gt;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&lt;/pageNumData&gt;</a:t>
            </a:r>
          </a:p>
          <a:p>
            <a:r>
              <a:rPr lang="en-US" sz="3700">
                <a:solidFill>
                  <a:srgbClr val="252525"/>
                </a:solidFill>
              </a:rPr>
              <a:t>&lt;/bookData&gt;</a:t>
            </a:r>
          </a:p>
          <a:p>
            <a:r>
              <a:rPr lang="en-US" sz="3700">
                <a:solidFill>
                  <a:srgbClr val="252525"/>
                </a:solidFill>
              </a:rPr>
              <a:t>&lt;scanLog&gt;</a:t>
            </a:r>
          </a:p>
          <a:p>
            <a:r>
              <a:rPr lang="en-US" sz="3700">
                <a:solidFill>
                  <a:srgbClr val="252525"/>
                </a:solidFill>
              </a:rPr>
              <a:t>&lt;scanEvent&gt;</a:t>
            </a:r>
          </a:p>
          <a:p>
            <a:r>
              <a:rPr lang="en-US" sz="3700">
                <a:solidFill>
                  <a:srgbClr val="252525"/>
                </a:solidFill>
              </a:rPr>
              <a:t>&lt;scannerEmail&gt;scanner-andrew-pasternak@archive.org&lt;/scannerEmail&gt;</a:t>
            </a:r>
          </a:p>
          <a:p>
            <a:r>
              <a:rPr lang="en-US" sz="3700">
                <a:solidFill>
                  <a:srgbClr val="252525"/>
                </a:solidFill>
              </a:rPr>
              <a:t>&lt;scribe&gt;scribe6.nyc.archive.org&lt;/scribe&gt;</a:t>
            </a:r>
          </a:p>
          <a:p>
            <a:r>
              <a:rPr lang="en-US" sz="3700">
                <a:solidFill>
                  <a:srgbClr val="252525"/>
                </a:solidFill>
              </a:rPr>
              <a:t>&lt;startTimeStamp&gt;20090213185357&lt;/startTimeStamp&gt;</a:t>
            </a:r>
          </a:p>
          <a:p>
            <a:r>
              <a:rPr lang="en-US" sz="3700">
                <a:solidFill>
                  <a:srgbClr val="252525"/>
                </a:solidFill>
              </a:rPr>
              <a:t>&lt;endTimeStamp&gt;20090213190835&lt;/endTimeStamp&gt;</a:t>
            </a:r>
          </a:p>
          <a:p>
            <a:r>
              <a:rPr lang="en-US" sz="3700">
                <a:solidFill>
                  <a:srgbClr val="252525"/>
                </a:solidFill>
              </a:rPr>
              <a:t>&lt;/scanEvent&gt;</a:t>
            </a:r>
          </a:p>
          <a:p>
            <a:r>
              <a:rPr lang="en-US" sz="3700">
                <a:solidFill>
                  <a:srgbClr val="252525"/>
                </a:solidFill>
              </a:rPr>
              <a:t>&lt;/scanLog&gt;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&lt;pageData&gt;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leafNum="0"&gt;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&lt;pageType&gt;Delete&lt;/pageType&gt;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&lt;addToAccessFormats&gt;false&lt;/addToAccessFormats&gt;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" id="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&lt;skewAngle&gt;-1.00&lt;/skewAngle&gt;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&lt;skewAngleDetect&gt;-1.00&lt;/skewAngleDetect&gt;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&lt;skewScore&gt;0.00&lt;/skewScore&gt;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&lt;skewActive&gt;false&lt;/skewActive&gt;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&lt;x&gt;582&lt;/x&gt;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&lt;y&gt;873&lt;/y&gt;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&lt;w&gt;1747&lt;/w&gt;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&lt;h&gt;2620&lt;/h&gt;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&lt;bookStart&gt;true&lt;/bookStart&gt;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&lt;pageType&gt;Cover&lt;/pageType&gt;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" id="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&lt;skewAngle&gt;0.67&lt;/skewAngle&gt;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&lt;skewAngleDetect&gt;-1.06&lt;/skewAngleDetect&gt;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&lt;skewScore&gt;6.38&lt;/skewScore&gt;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&lt;x&gt;160&lt;/x&gt;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&lt;y&gt;112&lt;/y&gt;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&lt;w&gt;2519&lt;/w&gt;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&lt;h&gt;3778&lt;/h&gt;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&lt;clothCover&gt;false&lt;/clothCover&gt;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leafNum="2"&gt;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" id="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&lt;skewAngle&gt;0.47&lt;/skewAngle&gt;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&lt;skewAngleDetect&gt;0.47&lt;/skewAngleDetect&gt;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&lt;skewScore&gt;1.39&lt;/skewScore&gt;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&lt;x&gt;421&lt;/x&gt;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&lt;y&gt;534&lt;/y&gt;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leafNum="3"&gt;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" id="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&lt;skewAngle&gt;-0.28&lt;/skewAngle&gt;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&lt;skewAngleDetect&gt;-0.28&lt;/skewAngleDetect&gt;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&lt;skewScore&gt;0.00&lt;/skewScore&gt;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&lt;skewActive&gt;false&lt;/skewActive&gt;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&lt;x&gt;348&lt;/x&gt;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&lt;y&gt;368&lt;/y&gt;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leafNum="4"&gt;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" id="1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&lt;skewAngle&gt;-2.45&lt;/skewAngle&gt;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&lt;skewAngleDetect&gt;-2.45&lt;/skewAngleDetect&gt;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&lt;skewScore&gt;0.00&lt;/skewScore&gt;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&lt;skewActive&gt;false&lt;/skewActive&gt;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&lt;x&gt;436&lt;/x&gt;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&lt;y&gt;529&lt;/y&gt;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leafNum="5"&gt;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" id="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&lt;skewAngle&gt;0.23&lt;/skewAngle&gt;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&lt;skewAngleDetect&gt;0.23&lt;/skewAngleDetect&gt;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&lt;skewScore&gt;3.93&lt;/skewScore&gt;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&lt;x&gt;348&lt;/x&gt;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&lt;y&gt;378&lt;/y&gt;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leafNum="6"&gt;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" id="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&lt;skewAngle&gt;0.80&lt;/skewAngle&gt;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&lt;skewAngleDetect&gt;0.80&lt;/skewAngleDetect&gt;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&lt;skewScore&gt;4.18&lt;/skewScore&gt;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&lt;x&gt;421&lt;/x&gt;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&lt;y&gt;534&lt;/y&gt;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leafNum="7"&gt;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&lt;pageType&gt;Title&lt;/pageType&gt;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" id="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&lt;skewAngle&gt;0.16&lt;/skewAngle&gt;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&lt;skewAngleDetect&gt;0.16&lt;/skewAngleDetect&gt;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&lt;skewScore&gt;2.75&lt;/skewScore&gt;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&lt;x&gt;348&lt;/x&gt;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&lt;y&gt;378&lt;/y&gt;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leafNum="8"&gt;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&lt;pageType&gt;Copyright&lt;/pageType&gt;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" id="2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&lt;skewAngle&gt;0.12&lt;/skewAngle&gt;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&lt;skewAngleDetect&gt;0.12&lt;/skewAngleDetect&gt;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&lt;skewScore&gt;2.13&lt;/skewScore&gt;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&lt;x&gt;421&lt;/x&gt;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&lt;y&gt;534&lt;/y&gt;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leafNum="9"&gt;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" id="2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&lt;skewAngle&gt;0.38&lt;/skewAngle&gt;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&lt;skewAngleDetect&gt;0.38&lt;/skewAngleDetect&gt;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&lt;skewScore&gt;5.48&lt;/skewScore&gt;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&lt;x&gt;348&lt;/x&gt;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&lt;y&gt;378&lt;/y&gt;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&lt;pageNumber&gt;5&lt;/pageNumber&gt;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leafNum="10"&gt;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" id="2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&lt;skewAngle&gt;0.20&lt;/skewAngle&gt;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&lt;skewAngleDetect&gt;0.20&lt;/skewAngleDetect&gt;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&lt;skewScore&gt;5.20&lt;/skewScore&gt;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&lt;x&gt;426&lt;/x&gt;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&lt;y&gt;534&lt;/y&gt;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&lt;pageNumber&gt;6&lt;/pageNumber&gt;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leafNum="11"&gt;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0" id="3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&lt;pageType&gt;Contents&lt;/pageType&gt;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&lt;skewAngle&gt;0.81&lt;/skewAngle&gt;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&lt;skewAngleDetect&gt;0.81&lt;/skewAngleDetect&gt;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&lt;skewScore&gt;3.50&lt;/skewScore&gt;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&lt;x&gt;348&lt;/x&gt;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&lt;y&gt;378&lt;/y&gt;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&lt;pageNumber&gt;7&lt;/pageNumber&gt;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" id="3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 leafNum="12"&gt;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&lt;skewAngle&gt;0.00&lt;/skewAngle&gt;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&lt;skewAngleDetect&gt;0.00&lt;/skewAngleDetect&gt;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&lt;skewScore&gt;0.00&lt;/skewScore&gt;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&lt;skewActive&gt;false&lt;/skewActive&gt;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&lt;x&gt;426&lt;/x&gt;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&lt;y&gt;534&lt;/y&gt;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&lt;pageNumber&gt;8&lt;/pageNumber&gt;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4" id="3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leafNum="13"&gt;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&lt;skewAngle&gt;0.14&lt;/skewAngle&gt;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&lt;skewAngleDetect&gt;0.14&lt;/skewAngleDetect&gt;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&lt;skewScore&gt;4.41&lt;/skewScore&gt;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&lt;x&gt;348&lt;/x&gt;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&lt;y&gt;378&lt;/y&gt;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" id="3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&lt;pageNumber&gt;9&lt;/pageNumber&gt;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leafNum="14"&gt;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&lt;skewAngle&gt;0.17&lt;/skewAngle&gt;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&lt;skewAngleDetect&gt;0.17&lt;/skewAngleDetect&gt;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&lt;skewScore&gt;3.30&lt;/skewScore&gt;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&lt;x&gt;426&lt;/x&gt;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&lt;y&gt;534&lt;/y&gt;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8" id="3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&lt;pageNumber&gt;10&lt;/pageNumber&gt;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leafNum="15"&gt;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&lt;skewAngle&gt;0.33&lt;/skewAngle&gt;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&lt;skewAngleDetect&gt;0.33&lt;/skewAngleDetect&gt;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&lt;skewScore&gt;3.11&lt;/skewScore&gt;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&lt;x&gt;348&lt;/x&gt;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&lt;y&gt;378&lt;/y&gt;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0" id="4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&lt;pageNumber&gt;11&lt;/pageNumber&gt;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leafNum="16"&gt;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&lt;skewAngle&gt;-0.09&lt;/skewAngle&gt;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&lt;skewAngleDetect&gt;-0.09&lt;/skewAngleDetect&gt;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&lt;skewScore&gt;3.95&lt;/skewScore&gt;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&lt;x&gt;431&lt;/x&gt;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&lt;y&gt;549&lt;/y&gt;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2" id="4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&lt;pageNumber&gt;12&lt;/pageNumber&gt;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leafNum="17"&gt;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&lt;skewScore&gt;5.40&lt;/skewScore&gt;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&lt;x&gt;323&lt;/x&gt;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&lt;y&gt;403&lt;/y&gt;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4" id="4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&lt;pageNumber&gt;13&lt;/pageNumber&gt;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leafNum="18"&gt;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&lt;skewAngle&gt;0.48&lt;/skewAngle&gt;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&lt;skewAngleDetect&gt;0.48&lt;/skewAngleDetect&gt;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&lt;skewScore&gt;6.21&lt;/skewScore&gt;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&lt;x&gt;431&lt;/x&gt;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6" id="4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&lt;y&gt;549&lt;/y&gt;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&lt;pageNumber&gt;14&lt;/pageNumber&gt;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leafNum="19"&gt;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&lt;skewScore&gt;5.08&lt;/skewScore&gt;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8" id="4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8" id="4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&lt;x&gt;323&lt;/x&gt;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&lt;y&gt;403&lt;/y&gt;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&lt;pageNumber&gt;15&lt;/pageNumber&gt;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leafNum="20"&gt;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&lt;skewAngle&gt;0.20&lt;/skewAngle&gt;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&lt;skewAngleDetect&gt;0.20&lt;/skewAngleDetect&gt;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&lt;skewScore&gt;5.48&lt;/skewScore&gt;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0" id="5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0" id="5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&lt;x&gt;483&lt;/x&gt;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&lt;y&gt;529&lt;/y&gt;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&lt;pageNumber&gt;16&lt;/pageNumber&gt;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leafNum="21"&gt;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&lt;skewAngle&gt;0.44&lt;/skewAngle&gt;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&lt;skewAngleDetect&gt;0.44&lt;/skewAngleDetect&gt;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&lt;skewScore&gt;5.25&lt;/skewScore&gt;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2" id="5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2" id="5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&lt;x&gt;323&lt;/x&gt;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&lt;y&gt;403&lt;/y&gt;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&lt;pageNumber&gt;17&lt;/pageNumber&gt;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leafNum="22"&gt;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&lt;skewAngle&gt;0.22&lt;/skewAngle&gt;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&lt;skewAngleDetect&gt;0.22&lt;/skewAngleDetect&gt;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&lt;skewScore&gt;5.57&lt;/skewScore&gt;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4" id="54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4" id="5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&lt;x&gt;483&lt;/x&gt;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&lt;y&gt;529&lt;/y&gt;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&lt;pageNumber&gt;18&lt;/pageNumber&gt;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leafNum="23"&gt;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&lt;skewAngle&gt;0.42&lt;/skewAngle&gt;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&lt;skewAngleDetect&gt;0.42&lt;/skewAngleDetect&gt;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&lt;skewScore&gt;4.95&lt;/skewScore&gt;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6" id="56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6" id="5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&lt;x&gt;323&lt;/x&gt;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&lt;y&gt;403&lt;/y&gt;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&lt;pageNumber&gt;19&lt;/pageNumber&gt;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leafNum="24"&gt;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8" id="58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8" id="5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&lt;skewScore&gt;4.27&lt;/skewScore&gt;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&lt;y&gt;529&lt;/y&gt;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&lt;pageNumber&gt;20&lt;/pageNumber&gt;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leafNum="25"&gt;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&lt;skewAngle&gt;-0.42&lt;/skewAngle&gt;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&lt;skewAngleDetect&gt;0.27&lt;/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0" id="60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0" id="6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&lt;skewScore&gt;6.58&lt;/skewScore&gt;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&lt;x&gt;323&lt;/x&gt;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&lt;y&gt;403&lt;/y&gt;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&lt;pageNumber&gt;21&lt;/pageNumber&gt;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leafNum="26"&gt;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&lt;skewAngle&gt;0.12&lt;/skewAngle&gt;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2" id="62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2" id="6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&lt;skewAngleDetect&gt;0.12&lt;/skewAngleDetect&gt;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&lt;skewScore&gt;2.66&lt;/skewScore&gt;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&lt;y&gt;529&lt;/y&gt;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&lt;pageNumber&gt;22&lt;/pageNumber&gt;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leafNum="27"&gt;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4" id="64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4" id="6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&lt;skewScore&gt;4.77&lt;/skewScore&gt;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&lt;x&gt;323&lt;/x&gt;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&lt;y&gt;403&lt;/y&gt;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&lt;pageNumber&gt;23&lt;/pageNumber&gt;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leafNum="28"&gt;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6" id="66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6" id="6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&lt;skewAngle&gt;-0.09&lt;/skewAngle&gt;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&lt;skewAngleDetect&gt;-0.09&lt;/skewAngleDetect&gt;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&lt;skewScore&gt;4.71&lt;/skewScore&gt;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&lt;y&gt;529&lt;/y&gt;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&lt;pageNumber&gt;24&lt;/pageNumber&gt;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leafNum="29"&gt;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8" id="68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8" id="6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&lt;skewAngle&gt;-0.27&lt;/skewAngle&gt;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&lt;skewAngleDetect&gt;-0.27&lt;/skewAngleDetect&gt;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&lt;skewScore&gt;7.22&lt;/skewScore&gt;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&lt;x&gt;323&lt;/x&gt;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&lt;y&gt;403&lt;/y&gt;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&lt;pageNumber&gt;25&lt;/pageNumber&gt;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leafNum="30"&gt;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0" id="70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0" id="7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&lt;skewAngle&gt;-0.34&lt;/skewAngle&gt;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&lt;skewAngleDetect&gt;-0.34&lt;/skewAngleDetect&gt;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&lt;skewScore&gt;4.74&lt;/skewScore&gt;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&lt;y&gt;529&lt;/y&gt;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&lt;pageNumber&gt;26&lt;/pageNumber&gt;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leafNum="31"&gt;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2" id="72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2" id="7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&lt;skewScore&gt;4.67&lt;/skewScore&gt;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&lt;x&gt;323&lt;/x&gt;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&lt;y&gt;403&lt;/y&gt;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&lt;pageNumber&gt;27&lt;/pageNumber&gt;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leafNum="32"&gt;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4" id="74"/>
          <p:cNvPicPr>
            <a:picLocks noChangeAspect="true"/>
          </p:cNvPicPr>
          <p:nvPr/>
        </p:nvPicPr>
        <p:blipFill>
          <a:blip r:embed="rId7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4" id="7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&lt;skewAngle&gt;0.27&lt;/skewAngle&gt;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&lt;skewAngleDetect&gt;0.27&lt;/skewAngleDetect&gt;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&lt;skewScore&gt;5.19&lt;/skewScore&gt;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&lt;y&gt;529&lt;/y&gt;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&lt;pageNumber&gt;28&lt;/pageNumber&gt;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6" id="76"/>
          <p:cNvPicPr>
            <a:picLocks noChangeAspect="true"/>
          </p:cNvPicPr>
          <p:nvPr/>
        </p:nvPicPr>
        <p:blipFill>
          <a:blip r:embed="rId7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6" id="7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 leafNum="33"&gt;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&lt;skewScore&gt;4.78&lt;/skewScore&gt;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&lt;x&gt;323&lt;/x&gt;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&lt;y&gt;403&lt;/y&gt;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&lt;pageNumber&gt;29&lt;/pageNumber&gt;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8" id="78"/>
          <p:cNvPicPr>
            <a:picLocks noChangeAspect="true"/>
          </p:cNvPicPr>
          <p:nvPr/>
        </p:nvPicPr>
        <p:blipFill>
          <a:blip r:embed="rId7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8" id="7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leafNum="34"&gt;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&lt;skewScore&gt;4.40&lt;/skewScore&gt;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&lt;y&gt;529&lt;/y&gt;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0" id="80"/>
          <p:cNvPicPr>
            <a:picLocks noChangeAspect="true"/>
          </p:cNvPicPr>
          <p:nvPr/>
        </p:nvPicPr>
        <p:blipFill>
          <a:blip r:embed="rId8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0" id="8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&lt;pageNumber&gt;30&lt;/pageNumber&gt;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leafNum="35"&gt;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&lt;skewScore&gt;5.04&lt;/skewScore&gt;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&lt;x&gt;323&lt;/x&gt;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&lt;y&gt;403&lt;/y&gt;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2" id="82"/>
          <p:cNvPicPr>
            <a:picLocks noChangeAspect="true"/>
          </p:cNvPicPr>
          <p:nvPr/>
        </p:nvPicPr>
        <p:blipFill>
          <a:blip r:embed="rId8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2" id="8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&lt;pageNumber&gt;31&lt;/pageNumber&gt;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leafNum="36"&gt;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&lt;skewAngle&gt;0.23&lt;/skewAngle&gt;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&lt;skewAngleDetect&gt;0.23&lt;/skewAngleDetect&gt;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&lt;skewScore&gt;5.21&lt;/skewScore&gt;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&lt;y&gt;529&lt;/y&gt;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4" id="84"/>
          <p:cNvPicPr>
            <a:picLocks noChangeAspect="true"/>
          </p:cNvPicPr>
          <p:nvPr/>
        </p:nvPicPr>
        <p:blipFill>
          <a:blip r:embed="rId8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4" id="8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&lt;pageNumber&gt;32&lt;/pageNumber&gt;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leafNum="37"&gt;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&lt;skewAngle&gt;-0.44&lt;/skewAngle&gt;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&lt;skewAngleDetect&gt;-0.44&lt;/skewAngleDetect&gt;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&lt;skewScore&gt;5.50&lt;/skewScore&gt;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&lt;x&gt;323&lt;/x&gt;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&lt;y&gt;403&lt;/y&gt;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6" id="86"/>
          <p:cNvPicPr>
            <a:picLocks noChangeAspect="true"/>
          </p:cNvPicPr>
          <p:nvPr/>
        </p:nvPicPr>
        <p:blipFill>
          <a:blip r:embed="rId8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6" id="8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&lt;pageNumber&gt;33&lt;/pageNumber&gt;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leafNum="38"&gt;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&lt;skewAngle&gt;0.27&lt;/skewAngle&gt;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&lt;skewAngleDetect&gt;0.27&lt;/skewAngleDetect&gt;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&lt;skewScore&gt;4.65&lt;/skewScore&gt;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&lt;y&gt;529&lt;/y&gt;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8" id="88"/>
          <p:cNvPicPr>
            <a:picLocks noChangeAspect="true"/>
          </p:cNvPicPr>
          <p:nvPr/>
        </p:nvPicPr>
        <p:blipFill>
          <a:blip r:embed="rId8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8" id="8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&lt;pageNumber&gt;34&lt;/pageNumber&gt;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leafNum="39"&gt;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&lt;skewAngle&gt;0.53&lt;/skewAngle&gt;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&lt;skewAngleDetect&gt;0.53&lt;/skewAngleDetect&gt;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&lt;skewScore&gt;5.45&lt;/skewScore&gt;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&lt;x&gt;323&lt;/x&gt;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0" id="90"/>
          <p:cNvPicPr>
            <a:picLocks noChangeAspect="true"/>
          </p:cNvPicPr>
          <p:nvPr/>
        </p:nvPicPr>
        <p:blipFill>
          <a:blip r:embed="rId9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0" id="9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&lt;y&gt;403&lt;/y&gt;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&lt;pageNumber&gt;35&lt;/pageNumber&gt;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leafNum="40"&gt;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&lt;skewScore&gt;4.82&lt;/skewScore&gt;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2" id="92"/>
          <p:cNvPicPr>
            <a:picLocks noChangeAspect="true"/>
          </p:cNvPicPr>
          <p:nvPr/>
        </p:nvPicPr>
        <p:blipFill>
          <a:blip r:embed="rId9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2" id="9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&lt;x&gt;442&lt;/x&gt;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&lt;y&gt;529&lt;/y&gt;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&lt;pageNumber&gt;36&lt;/pageNumber&gt;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leafNum="41"&gt;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&lt;skewScore&gt;5.04&lt;/skewScore&gt;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4" id="94"/>
          <p:cNvPicPr>
            <a:picLocks noChangeAspect="true"/>
          </p:cNvPicPr>
          <p:nvPr/>
        </p:nvPicPr>
        <p:blipFill>
          <a:blip r:embed="rId9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4" id="9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&lt;x&gt;323&lt;/x&gt;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&lt;y&gt;403&lt;/y&gt;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&lt;pageNumber&gt;37&lt;/pageNumber&gt;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leafNum="42"&gt;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&lt;skewAngle&gt;0.12&lt;/skewAngle&gt;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&lt;skewAngleDetect&gt;0.12&lt;/skewAngleDetect&gt;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&lt;skewScore&gt;4.78&lt;/skewScore&gt;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6" id="96"/>
          <p:cNvPicPr>
            <a:picLocks noChangeAspect="true"/>
          </p:cNvPicPr>
          <p:nvPr/>
        </p:nvPicPr>
        <p:blipFill>
          <a:blip r:embed="rId9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6" id="9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&lt;y&gt;529&lt;/y&gt;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&lt;pageNumber&gt;38&lt;/pageNumber&gt;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leafNum="43"&gt;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&lt;skewAngle&gt;0.50&lt;/skewAngle&gt;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&lt;skewAngleDetect&gt;0.50&lt;/skewAngleDetect&gt;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&lt;skewScore&gt;5.87&lt;/skewScore&gt;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8" id="98"/>
          <p:cNvPicPr>
            <a:picLocks noChangeAspect="true"/>
          </p:cNvPicPr>
          <p:nvPr/>
        </p:nvPicPr>
        <p:blipFill>
          <a:blip r:embed="rId9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8" id="9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&lt;x&gt;323&lt;/x&gt;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&lt;y&gt;403&lt;/y&gt;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&lt;pageNumber&gt;39&lt;/pageNumber&gt;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leafNum="44"&gt;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&lt;skewAngle&gt;-0.09&lt;/skewAngle&gt;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&lt;skewAngleDetect&gt;-0.09&lt;/skewAngleDetect&gt;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&lt;skewScore&gt;4.80&lt;/skewScore&gt;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0" id="100"/>
          <p:cNvPicPr>
            <a:picLocks noChangeAspect="true"/>
          </p:cNvPicPr>
          <p:nvPr/>
        </p:nvPicPr>
        <p:blipFill>
          <a:blip r:embed="rId10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0" id="10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&lt;y&gt;467&lt;/y&gt;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&lt;pageNumber&gt;40&lt;/pageNumber&gt;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leafNum="45"&gt;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2" id="102"/>
          <p:cNvPicPr>
            <a:picLocks noChangeAspect="true"/>
          </p:cNvPicPr>
          <p:nvPr/>
        </p:nvPicPr>
        <p:blipFill>
          <a:blip r:embed="rId10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2" id="10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&lt;skewScore&gt;5.52&lt;/skewScore&gt;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&lt;y&gt;357&lt;/y&gt;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&lt;pageNumber&gt;41&lt;/pageNumber&gt;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leafNum="46"&gt;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&lt;skewAngle&gt;-0.12&lt;/skewAngle&gt;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&lt;skewAngleDetect&gt;-0.12&lt;/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4" id="104"/>
          <p:cNvPicPr>
            <a:picLocks noChangeAspect="true"/>
          </p:cNvPicPr>
          <p:nvPr/>
        </p:nvPicPr>
        <p:blipFill>
          <a:blip r:embed="rId10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4" id="10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&lt;skewScore&gt;4.86&lt;/skewScore&gt;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&lt;y&gt;467&lt;/y&gt;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&lt;pageNumber&gt;42&lt;/pageNumber&gt;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leafNum="47"&gt;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6" id="106"/>
          <p:cNvPicPr>
            <a:picLocks noChangeAspect="true"/>
          </p:cNvPicPr>
          <p:nvPr/>
        </p:nvPicPr>
        <p:blipFill>
          <a:blip r:embed="rId10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6" id="10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&lt;skewScore&gt;5.10&lt;/skewScore&gt;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&lt;y&gt;357&lt;/y&gt;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&lt;pageNumber&gt;43&lt;/pageNumber&gt;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leafNum="48"&gt;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8" id="108"/>
          <p:cNvPicPr>
            <a:picLocks noChangeAspect="true"/>
          </p:cNvPicPr>
          <p:nvPr/>
        </p:nvPicPr>
        <p:blipFill>
          <a:blip r:embed="rId10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8" id="10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&lt;skewAngle&gt;-0.09&lt;/skewAngle&gt;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&lt;skewAngleDetect&gt;-0.09&lt;/skewAngleDetect&gt;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&lt;skewScore&gt;4.81&lt;/skewScore&gt;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&lt;y&gt;467&lt;/y&gt;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&lt;pageNumber&gt;44&lt;/pageNumber&gt;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leafNum="49"&gt;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0" id="110"/>
          <p:cNvPicPr>
            <a:picLocks noChangeAspect="true"/>
          </p:cNvPicPr>
          <p:nvPr/>
        </p:nvPicPr>
        <p:blipFill>
          <a:blip r:embed="rId1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0" id="1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&lt;skewAngle&gt;-0.25&lt;/skewAngle&gt;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&lt;skewAngleDetect&gt;-0.25&lt;/skewAngleDetect&gt;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&lt;skewScore&gt;6.34&lt;/skewScore&gt;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&lt;y&gt;357&lt;/y&gt;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&lt;pageNumber&gt;45&lt;/pageNumber&gt;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leafNum="50"&gt;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2" id="112"/>
          <p:cNvPicPr>
            <a:picLocks noChangeAspect="true"/>
          </p:cNvPicPr>
          <p:nvPr/>
        </p:nvPicPr>
        <p:blipFill>
          <a:blip r:embed="rId1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2" id="1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&lt;skewAngle&gt;-0.66&lt;/skewAngle&gt;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&lt;skewAngleDetect&gt;-0.66&lt;/skewAngleDetect&gt;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&lt;skewScore&gt;5.19&lt;/skewScore&gt;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&lt;y&gt;467&lt;/y&gt;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&lt;pageNumber&gt;46&lt;/pageNumber&gt;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leafNum="51"&gt;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4" id="114"/>
          <p:cNvPicPr>
            <a:picLocks noChangeAspect="true"/>
          </p:cNvPicPr>
          <p:nvPr/>
        </p:nvPicPr>
        <p:blipFill>
          <a:blip r:embed="rId1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4" id="1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&lt;skewScore&gt;5.28&lt;/skewScore&gt;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&lt;y&gt;357&lt;/y&gt;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&lt;pageNumber&gt;47&lt;/pageNumber&gt;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leafNum="52"&gt;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6" id="116"/>
          <p:cNvPicPr>
            <a:picLocks noChangeAspect="true"/>
          </p:cNvPicPr>
          <p:nvPr/>
        </p:nvPicPr>
        <p:blipFill>
          <a:blip r:embed="rId1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6" id="11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&lt;skewAngle&gt;1.00&lt;/skewAngle&gt;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&lt;skewAngleDetect&gt;1.00&lt;/skewAngleDetect&gt;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&lt;skewScore&gt;3.46&lt;/skewScore&gt;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&lt;y&gt;426&lt;/y&gt;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&lt;pageNumber&gt;48&lt;/pageNumber&gt;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leafNum="53"&gt;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8" id="118"/>
          <p:cNvPicPr>
            <a:picLocks noChangeAspect="true"/>
          </p:cNvPicPr>
          <p:nvPr/>
        </p:nvPicPr>
        <p:blipFill>
          <a:blip r:embed="rId1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8" id="1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&lt;skewAngle&gt;0.56&lt;/skewAngle&gt;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&lt;skewAngleDetect&gt;0.56&lt;/skewAngleDetect&gt;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&lt;skewScore&gt;5.44&lt;/skewScore&gt;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&lt;y&gt;295&lt;/y&gt;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&lt;pageNumber&gt;49&lt;/pageNumber&gt;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0" id="120"/>
          <p:cNvPicPr>
            <a:picLocks noChangeAspect="true"/>
          </p:cNvPicPr>
          <p:nvPr/>
        </p:nvPicPr>
        <p:blipFill>
          <a:blip r:embed="rId1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0" id="1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 leafNum="54"&gt;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&lt;skewAngle&gt;1.25&lt;/skewAngle&gt;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&lt;skewAngleDetect&gt;1.25&lt;/skewAngleDetect&gt;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&lt;skewScore&gt;4.59&lt;/skewScore&gt;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&lt;y&gt;426&lt;/y&gt;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&lt;pageNumber&gt;50&lt;/pageNumber&gt;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2" id="122"/>
          <p:cNvPicPr>
            <a:picLocks noChangeAspect="true"/>
          </p:cNvPicPr>
          <p:nvPr/>
        </p:nvPicPr>
        <p:blipFill>
          <a:blip r:embed="rId1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2" id="1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leafNum="55"&gt;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&lt;skewScore&gt;5.47&lt;/skewScore&gt;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&lt;y&gt;295&lt;/y&gt;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4" id="124"/>
          <p:cNvPicPr>
            <a:picLocks noChangeAspect="true"/>
          </p:cNvPicPr>
          <p:nvPr/>
        </p:nvPicPr>
        <p:blipFill>
          <a:blip r:embed="rId1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4" id="12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&lt;pageNumber&gt;51&lt;/pageNumber&gt;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leafNum="56"&gt;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&lt;skewAngle&gt;0.52&lt;/skewAngle&gt;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&lt;skewAngleDetect&gt;0.52&lt;/skewAngleDetect&gt;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&lt;skewScore&gt;3.19&lt;/skewScore&gt;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&lt;y&gt;426&lt;/y&gt;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6" id="126"/>
          <p:cNvPicPr>
            <a:picLocks noChangeAspect="true"/>
          </p:cNvPicPr>
          <p:nvPr/>
        </p:nvPicPr>
        <p:blipFill>
          <a:blip r:embed="rId1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6" id="12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&lt;pageNumber&gt;52&lt;/pageNumber&gt;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leafNum="57"&gt;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&lt;skewAngle&gt;0.88&lt;/skewAngle&gt;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&lt;skewAngleDetect&gt;0.88&lt;/skewAngleDetect&gt;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&lt;skewScore&gt;4.09&lt;/skewScore&gt;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&lt;y&gt;295&lt;/y&gt;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8" id="128"/>
          <p:cNvPicPr>
            <a:picLocks noChangeAspect="true"/>
          </p:cNvPicPr>
          <p:nvPr/>
        </p:nvPicPr>
        <p:blipFill>
          <a:blip r:embed="rId1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8" id="12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&lt;pageNumber&gt;53&lt;/pageNumber&gt;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leafNum="58"&gt;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&lt;pageType&gt;Delete&lt;/pageType&gt;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&lt;addToAccessFormats&gt;false&lt;/addToAccessFormats&gt;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&lt;skewAngle&gt;-0.12&lt;/skewAngle&gt;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&lt;skewAngleDetect&gt;-0.12&lt;/skewAngleDetect&gt;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&lt;skewScore&gt;1.40&lt;/skewScore&gt;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&lt;y&gt;426&lt;/y&gt;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</p:txBody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0" id="130"/>
          <p:cNvPicPr>
            <a:picLocks noChangeAspect="true"/>
          </p:cNvPicPr>
          <p:nvPr/>
        </p:nvPicPr>
        <p:blipFill>
          <a:blip r:embed="rId13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0" id="13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leafNum="59"&gt;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&lt;pageType&gt;Delete&lt;/pageType&gt;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&lt;addToAccessFormats&gt;false&lt;/addToAccessFormats&gt;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&lt;skewAngle&gt;0.09&lt;/skewAngle&gt;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&lt;skewAngleDetect&gt;0.09&lt;/skewAngleDetect&gt;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&lt;skewScore&gt;0.00&lt;/skewScore&gt;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&lt;skewActive&gt;false&lt;/skewActive&gt;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&lt;y&gt;295&lt;/y&gt;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2" id="132"/>
          <p:cNvPicPr>
            <a:picLocks noChangeAspect="true"/>
          </p:cNvPicPr>
          <p:nvPr/>
        </p:nvPicPr>
        <p:blipFill>
          <a:blip r:embed="rId13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2" id="13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leafNum="60"&gt;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&lt;skewAngle&gt;0.11&lt;/skewAngle&gt;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&lt;skewAngleDetect&gt;0.11&lt;/skewAngleDetect&gt;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&lt;skewScore&gt;4.25&lt;/skewScore&gt;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&lt;y&gt;426&lt;/y&gt;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</p:txBody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4" id="134"/>
          <p:cNvPicPr>
            <a:picLocks noChangeAspect="true"/>
          </p:cNvPicPr>
          <p:nvPr/>
        </p:nvPicPr>
        <p:blipFill>
          <a:blip r:embed="rId13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4" id="13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&lt;pageNumber&gt;54&lt;/pageNumber&gt;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leafNum="61"&gt;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&lt;skewAngle&gt;0.42&lt;/skewAngle&gt;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&lt;skewAngleDetect&gt;-0.25&lt;/skewAngleDetect&gt;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&lt;skewScore&gt;3.71&lt;/skewScore&gt;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&lt;y&gt;295&lt;/y&gt;</a:t>
            </a:r>
          </a:p>
        </p:txBody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6" id="136"/>
          <p:cNvPicPr>
            <a:picLocks noChangeAspect="true"/>
          </p:cNvPicPr>
          <p:nvPr/>
        </p:nvPicPr>
        <p:blipFill>
          <a:blip r:embed="rId1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6" id="13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&lt;pageNumber&gt;55&lt;/pageNumber&gt;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leafNum="62"&gt;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&lt;skewAngle&gt;-0.09&lt;/skewAngle&gt;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&lt;skewAngleDetect&gt;-0.09&lt;/skewAngleDetect&gt;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&lt;skewScore&gt;4.37&lt;/skewScore&gt;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&lt;x&gt;447&lt;/x&gt;</a:t>
            </a:r>
          </a:p>
        </p:txBody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8" id="138"/>
          <p:cNvPicPr>
            <a:picLocks noChangeAspect="true"/>
          </p:cNvPicPr>
          <p:nvPr/>
        </p:nvPicPr>
        <p:blipFill>
          <a:blip r:embed="rId13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8" id="13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&lt;y&gt;426&lt;/y&gt;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&lt;pageNumber&gt;56&lt;/pageNumber&gt;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leafNum="63"&gt;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&lt;skewAngle&gt;-0.09&lt;/skewAngle&gt;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&lt;skewAngleDetect&gt;-0.09&lt;/skewAngleDetect&gt;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&lt;skewScore&gt;5.06&lt;/skewScore&gt;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</p:txBody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0" id="140"/>
          <p:cNvPicPr>
            <a:picLocks noChangeAspect="true"/>
          </p:cNvPicPr>
          <p:nvPr/>
        </p:nvPicPr>
        <p:blipFill>
          <a:blip r:embed="rId14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0" id="14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&lt;x&gt;318&lt;/x&gt;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&lt;y&gt;295&lt;/y&gt;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&lt;pageNumber&gt;57&lt;/pageNumber&gt;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leafNum="64"&gt;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&lt;skewAngle&gt;0.53&lt;/skewAngle&gt;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&lt;skewAngleDetect&gt;0.53&lt;/skewAngleDetect&gt;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&lt;skewScore&gt;5.50&lt;/skewScore&gt;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2" id="142"/>
          <p:cNvPicPr>
            <a:picLocks noChangeAspect="true"/>
          </p:cNvPicPr>
          <p:nvPr/>
        </p:nvPicPr>
        <p:blipFill>
          <a:blip r:embed="rId14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2" id="14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&lt;y&gt;426&lt;/y&gt;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&lt;pageNumber&gt;58&lt;/pageNumber&gt;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leafNum="65"&gt;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&lt;skewAngle&gt;-0.22&lt;/skewAngle&gt;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&lt;skewAngleDetect&gt;-0.22&lt;/skewAngleDetect&gt;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&lt;skewScore&gt;4.73&lt;/skewScore&gt;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</p:txBody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4" id="144"/>
          <p:cNvPicPr>
            <a:picLocks noChangeAspect="true"/>
          </p:cNvPicPr>
          <p:nvPr/>
        </p:nvPicPr>
        <p:blipFill>
          <a:blip r:embed="rId14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4" id="14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&lt;y&gt;295&lt;/y&gt;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&lt;pageNumber&gt;59&lt;/pageNumber&gt;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leafNum="66"&gt;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&lt;skewAngle&gt;0.14&lt;/skewAngle&gt;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&lt;skewAngleDetect&gt;0.14&lt;/skewAngleDetect&gt;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&lt;skewScore&gt;5.11&lt;/skewScore&gt;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</p:txBody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6" id="146"/>
          <p:cNvPicPr>
            <a:picLocks noChangeAspect="true"/>
          </p:cNvPicPr>
          <p:nvPr/>
        </p:nvPicPr>
        <p:blipFill>
          <a:blip r:embed="rId14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6" id="14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&lt;y&gt;426&lt;/y&gt;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&lt;pageNumber&gt;60&lt;/pageNumber&gt;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leafNum="67"&gt;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&lt;skewScore&gt;4.79&lt;/skewScore&gt;</a:t>
            </a:r>
          </a:p>
        </p:txBody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8" id="148"/>
          <p:cNvPicPr>
            <a:picLocks noChangeAspect="true"/>
          </p:cNvPicPr>
          <p:nvPr/>
        </p:nvPicPr>
        <p:blipFill>
          <a:blip r:embed="rId1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8" id="14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&lt;y&gt;295&lt;/y&gt;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&lt;pageNumber&gt;61&lt;/pageNumber&gt;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leafNum="68"&gt;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</p:txBody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0" id="150"/>
          <p:cNvPicPr>
            <a:picLocks noChangeAspect="true"/>
          </p:cNvPicPr>
          <p:nvPr/>
        </p:nvPicPr>
        <p:blipFill>
          <a:blip r:embed="rId15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0" id="15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&lt;skewScore&gt;5.27&lt;/skewScore&gt;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&lt;y&gt;426&lt;/y&gt;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&lt;pageNumber&gt;62&lt;/pageNumber&gt;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leafNum="69"&gt;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&lt;skewAngle&gt;-0.14&lt;/skewAngle&gt;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&lt;skewAngleDetect&gt;-0.14&lt;/</a:t>
            </a:r>
          </a:p>
        </p:txBody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2" id="152"/>
          <p:cNvPicPr>
            <a:picLocks noChangeAspect="true"/>
          </p:cNvPicPr>
          <p:nvPr/>
        </p:nvPicPr>
        <p:blipFill>
          <a:blip r:embed="rId15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2" id="15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&lt;skewScore&gt;4.91&lt;/skewScore&gt;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&lt;y&gt;295&lt;/y&gt;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&lt;pageNumber&gt;63&lt;/pageNumber&gt;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leafNum="70"&gt;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</p:txBody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4" id="154"/>
          <p:cNvPicPr>
            <a:picLocks noChangeAspect="true"/>
          </p:cNvPicPr>
          <p:nvPr/>
        </p:nvPicPr>
        <p:blipFill>
          <a:blip r:embed="rId15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4" id="15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&lt;skewScore&gt;4.85&lt;/skewScore&gt;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&lt;y&gt;426&lt;/y&gt;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&lt;pageNumber&gt;64&lt;/pageNumber&gt;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leafNum="71"&gt;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</p:txBody>
      </p: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6" id="156"/>
          <p:cNvPicPr>
            <a:picLocks noChangeAspect="true"/>
          </p:cNvPicPr>
          <p:nvPr/>
        </p:nvPicPr>
        <p:blipFill>
          <a:blip r:embed="rId15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6" id="15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&lt;skewAngle&gt;0.25&lt;/skewAngle&gt;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&lt;skewAngleDetect&gt;0.25&lt;/skewAngleDetect&gt;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&lt;skewScore&gt;4.47&lt;/skewScore&gt;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&lt;y&gt;295&lt;/y&gt;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&lt;pageNumber&gt;65&lt;/pageNumber&gt;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leafNum="72"&gt;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</p:txBody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8" id="158"/>
          <p:cNvPicPr>
            <a:picLocks noChangeAspect="true"/>
          </p:cNvPicPr>
          <p:nvPr/>
        </p:nvPicPr>
        <p:blipFill>
          <a:blip r:embed="rId15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8" id="15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&lt;skewAngle&gt;0.31&lt;/skewAngle&gt;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&lt;skewAngleDetect&gt;0.31&lt;/skewAngleDetect&gt;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&lt;skewScore&gt;2.94&lt;/skewScore&gt;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&lt;y&gt;452&lt;/y&gt;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&lt;pageNumber&gt;66&lt;/pageNumber&gt;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leafNum="73"&gt;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</a:t>
            </a:r>
          </a:p>
        </p:txBody>
      </p: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0" id="160"/>
          <p:cNvPicPr>
            <a:picLocks noChangeAspect="true"/>
          </p:cNvPicPr>
          <p:nvPr/>
        </p:nvPicPr>
        <p:blipFill>
          <a:blip r:embed="rId16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0" id="16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&lt;skewAngle&gt;0.25&lt;/skewAngle&gt;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&lt;skewAngleDetect&gt;0.25&lt;/skewAngleDetect&gt;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&lt;skewScore&gt;4.47&lt;/skewScore&gt;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&lt;y&gt;331&lt;/y&gt;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&lt;pageNumber&gt;67&lt;/pageNumber&gt;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leafNum="74"&gt;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</p:txBody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2" id="162"/>
          <p:cNvPicPr>
            <a:picLocks noChangeAspect="true"/>
          </p:cNvPicPr>
          <p:nvPr/>
        </p:nvPicPr>
        <p:blipFill>
          <a:blip r:embed="rId16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2" id="16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&lt;skewAngle&gt;-0.69&lt;/skewAngle&gt;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&lt;skewAngleDetect&gt;-0.69&lt;/skewAngleDetect&gt;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&lt;skewScore&gt;4.70&lt;/skewScore&gt;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&lt;y&gt;452&lt;/y&gt;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&lt;pageNumber&gt;68&lt;/pageNumber&gt;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leafNum="75"&gt;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</p:txBody>
      </p: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4" id="164"/>
          <p:cNvPicPr>
            <a:picLocks noChangeAspect="true"/>
          </p:cNvPicPr>
          <p:nvPr/>
        </p:nvPicPr>
        <p:blipFill>
          <a:blip r:embed="rId16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4" id="16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&lt;skewScore&gt;4.89&lt;/skewScore&gt;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&lt;y&gt;331&lt;/y&gt;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&lt;pageNumber&gt;69&lt;/pageNumber&gt;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leafNum="76"&gt;</a:t>
            </a:r>
          </a:p>
        </p:txBody>
      </p: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6" id="166"/>
          <p:cNvPicPr>
            <a:picLocks noChangeAspect="true"/>
          </p:cNvPicPr>
          <p:nvPr/>
        </p:nvPicPr>
        <p:blipFill>
          <a:blip r:embed="rId16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6" id="16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&lt;skewAngle&gt;0.16&lt;/skewAngle&gt;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&lt;skewAngleDetect&gt;0.16&lt;/skewAngleDetect&gt;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&lt;skewScore&gt;4.12&lt;/skewScore&gt;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&lt;y&gt;452&lt;/y&gt;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&lt;pageNumber&gt;70&lt;/pageNumber&gt;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</p:txBody>
      </p: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8" id="168"/>
          <p:cNvPicPr>
            <a:picLocks noChangeAspect="true"/>
          </p:cNvPicPr>
          <p:nvPr/>
        </p:nvPicPr>
        <p:blipFill>
          <a:blip r:embed="rId16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8" id="16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 leafNum="77"&gt;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&lt;skewAngle&gt;0.53&lt;/skewAngle&gt;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&lt;skewAngleDetect&gt;0.53&lt;/skewAngleDetect&gt;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&lt;skewScore&gt;5.66&lt;/skewScore&gt;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&lt;y&gt;331&lt;/y&gt;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&lt;pageNumber&gt;71&lt;/pageNumber&gt;</a:t>
            </a:r>
          </a:p>
        </p:txBody>
      </p: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0" id="170"/>
          <p:cNvPicPr>
            <a:picLocks noChangeAspect="true"/>
          </p:cNvPicPr>
          <p:nvPr/>
        </p:nvPicPr>
        <p:blipFill>
          <a:blip r:embed="rId17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0" id="17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leafNum="78"&gt;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&lt;skewAngle&gt;-0.12&lt;/skewAngle&gt;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&lt;skewAngleDetect&gt;-0.12&lt;/skewAngleDetect&gt;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&lt;skewScore&gt;4.16&lt;/skewScore&gt;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&lt;y&gt;452&lt;/y&gt;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</p:txBody>
      </p: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2" id="172"/>
          <p:cNvPicPr>
            <a:picLocks noChangeAspect="true"/>
          </p:cNvPicPr>
          <p:nvPr/>
        </p:nvPicPr>
        <p:blipFill>
          <a:blip r:embed="rId17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2" id="17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&lt;pageNumber&gt;72&lt;/pageNumber&gt;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leafNum="79"&gt;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&lt;skewScore&gt;5.26&lt;/skewScore&gt;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&lt;y&gt;331&lt;/y&gt;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</p:txBody>
      </p: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4" id="174"/>
          <p:cNvPicPr>
            <a:picLocks noChangeAspect="true"/>
          </p:cNvPicPr>
          <p:nvPr/>
        </p:nvPicPr>
        <p:blipFill>
          <a:blip r:embed="rId17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4" id="17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&lt;pageNumber&gt;73&lt;/pageNumber&gt;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leafNum="80"&gt;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&lt;skewAngle&gt;0.11&lt;/skewAngle&gt;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&lt;skewAngleDetect&gt;0.11&lt;/skewAngleDetect&gt;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&lt;skewScore&gt;4.60&lt;/skewScore&gt;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&lt;y&gt;452&lt;/y&gt;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</p:txBody>
      </p:sp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6" id="176"/>
          <p:cNvPicPr>
            <a:picLocks noChangeAspect="true"/>
          </p:cNvPicPr>
          <p:nvPr/>
        </p:nvPicPr>
        <p:blipFill>
          <a:blip r:embed="rId17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6" id="17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&lt;pageNumber&gt;74&lt;/pageNumber&gt;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leafNum="81"&gt;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&lt;skewAngle&gt;0.39&lt;/skewAngle&gt;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&lt;skewAngleDetect&gt;0.39&lt;/skewAngleDetect&gt;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&lt;skewScore&gt;5.65&lt;/skewScore&gt;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&lt;y&gt;331&lt;/y&gt;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</p:txBody>
      </p:sp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8" id="178"/>
          <p:cNvPicPr>
            <a:picLocks noChangeAspect="true"/>
          </p:cNvPicPr>
          <p:nvPr/>
        </p:nvPicPr>
        <p:blipFill>
          <a:blip r:embed="rId17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8" id="17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&lt;pageNumber&gt;75&lt;/pageNumber&gt;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leafNum="82"&gt;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&lt;skewAngle&gt;-0.27&lt;/skewAngle&gt;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&lt;skewAngleDetect&gt;-0.27&lt;/skewAngleDetect&gt;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&lt;skewScore&gt;5.56&lt;/skewScore&gt;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&lt;y&gt;504&lt;/y&gt;</a:t>
            </a:r>
          </a:p>
        </p:txBody>
      </p:sp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0" id="180"/>
          <p:cNvPicPr>
            <a:picLocks noChangeAspect="true"/>
          </p:cNvPicPr>
          <p:nvPr/>
        </p:nvPicPr>
        <p:blipFill>
          <a:blip r:embed="rId18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0" id="18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&lt;pageNumber&gt;76&lt;/pageNumber&gt;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leafNum="83"&gt;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&lt;skewScore&gt;4.91&lt;/skewScore&gt;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&lt;x&gt;298&lt;/x&gt;</a:t>
            </a:r>
          </a:p>
        </p:txBody>
      </p:sp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2" id="182"/>
          <p:cNvPicPr>
            <a:picLocks noChangeAspect="true"/>
          </p:cNvPicPr>
          <p:nvPr/>
        </p:nvPicPr>
        <p:blipFill>
          <a:blip r:embed="rId18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2" id="18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&lt;y&gt;367&lt;/y&gt;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&lt;pageNumber&gt;77&lt;/pageNumber&gt;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leafNum="84"&gt;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&lt;skewAngle&gt;0.20&lt;/skewAngle&gt;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&lt;skewAngleDetect&gt;0.20&lt;/skewAngleDetect&gt;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&lt;skewScore&gt;5.23&lt;/skewScore&gt;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</p:txBody>
      </p:sp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4" id="184"/>
          <p:cNvPicPr>
            <a:picLocks noChangeAspect="true"/>
          </p:cNvPicPr>
          <p:nvPr/>
        </p:nvPicPr>
        <p:blipFill>
          <a:blip r:embed="rId18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4" id="18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&lt;x&gt;442&lt;/x&gt;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&lt;y&gt;504&lt;/y&gt;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&lt;pageNumber&gt;78&lt;/pageNumber&gt;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leafNum="85"&gt;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&lt;skewAngle&gt;-0.56&lt;/skewAngle&gt;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&lt;skewAngleDetect&gt;-0.56&lt;/skewAngleDetect&gt;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&lt;skewScore&gt;5.84&lt;/skewScore&gt;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</p:txBody>
      </p:sp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6" id="186"/>
          <p:cNvPicPr>
            <a:picLocks noChangeAspect="true"/>
          </p:cNvPicPr>
          <p:nvPr/>
        </p:nvPicPr>
        <p:blipFill>
          <a:blip r:embed="rId18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6" id="18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&lt;x&gt;298&lt;/x&gt;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&lt;y&gt;367&lt;/y&gt;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&lt;pageNumber&gt;79&lt;/pageNumber&gt;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leafNum="86"&gt;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&lt;skewAngle&gt;-0.12&lt;/skewAngle&gt;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&lt;skewAngleDetect&gt;-0.12&lt;/skewAngleDetect&gt;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&lt;skewScore&gt;5.16&lt;/skewScore&gt;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</p:txBody>
      </p:sp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8" id="188"/>
          <p:cNvPicPr>
            <a:picLocks noChangeAspect="true"/>
          </p:cNvPicPr>
          <p:nvPr/>
        </p:nvPicPr>
        <p:blipFill>
          <a:blip r:embed="rId18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8" id="18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&lt;y&gt;504&lt;/y&gt;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&lt;pageNumber&gt;80&lt;/pageNumber&gt;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leafNum="87"&gt;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&lt;skewAngle&gt;0.22&lt;/skewAngle&gt;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&lt;skewAngleDetect&gt;0.22&lt;/skewAngleDetect&gt;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&lt;skewScore&gt;5.86&lt;/skewScore&gt;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</p:txBody>
      </p:sp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0" id="190"/>
          <p:cNvPicPr>
            <a:picLocks noChangeAspect="true"/>
          </p:cNvPicPr>
          <p:nvPr/>
        </p:nvPicPr>
        <p:blipFill>
          <a:blip r:embed="rId19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0" id="19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&lt;x&gt;298&lt;/x&gt;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&lt;y&gt;367&lt;/y&gt;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&lt;pageNumber&gt;81&lt;/pageNumber&gt;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leafNum="88"&gt;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&lt;skewAngle&gt;0.27&lt;/skewAngle&gt;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&lt;skewAngleDetect&gt;0.27&lt;/skewAngleDetect&gt;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&lt;skewScore&gt;3.09&lt;/skewScore&gt;</a:t>
            </a:r>
          </a:p>
        </p:txBody>
      </p: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2" id="192"/>
          <p:cNvPicPr>
            <a:picLocks noChangeAspect="true"/>
          </p:cNvPicPr>
          <p:nvPr/>
        </p:nvPicPr>
        <p:blipFill>
          <a:blip r:embed="rId19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2" id="19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&lt;y&gt;504&lt;/y&gt;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&lt;pageNumber&gt;82&lt;/pageNumber&gt;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leafNum="89"&gt;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&lt;skewAngle&gt;-0.55&lt;/skewAngle&gt;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&lt;skewAngleDetect&gt;-0.55&lt;/skewAngleDetect&gt;</a:t>
            </a:r>
          </a:p>
        </p:txBody>
      </p:sp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4" id="194"/>
          <p:cNvPicPr>
            <a:picLocks noChangeAspect="true"/>
          </p:cNvPicPr>
          <p:nvPr/>
        </p:nvPicPr>
        <p:blipFill>
          <a:blip r:embed="rId19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4" id="19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&lt;skewScore&gt;6.23&lt;/skewScore&gt;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&lt;x&gt;298&lt;/x&gt;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&lt;y&gt;367&lt;/y&gt;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&lt;pageNumber&gt;83&lt;/pageNumber&gt;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leafNum="90"&gt;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&lt;skewAngle&gt;-0.30&lt;/skewAngle&gt;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&lt;skewAngleDetect&gt;-0.30&lt;/</a:t>
            </a:r>
          </a:p>
        </p:txBody>
      </p:sp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6" id="196"/>
          <p:cNvPicPr>
            <a:picLocks noChangeAspect="true"/>
          </p:cNvPicPr>
          <p:nvPr/>
        </p:nvPicPr>
        <p:blipFill>
          <a:blip r:embed="rId19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6" id="19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&lt;skewScore&gt;4.94&lt;/skewScore&gt;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&lt;y&gt;504&lt;/y&gt;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&lt;pageNumber&gt;84&lt;/pageNumber&gt;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leafNum="91"&gt;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</p:txBody>
      </p:sp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8" id="198"/>
          <p:cNvPicPr>
            <a:picLocks noChangeAspect="true"/>
          </p:cNvPicPr>
          <p:nvPr/>
        </p:nvPicPr>
        <p:blipFill>
          <a:blip r:embed="rId19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8" id="19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&lt;skewScore&gt;4.56&lt;/skewScore&gt;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&lt;x&gt;298&lt;/x&gt;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&lt;y&gt;367&lt;/y&gt;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&lt;pageNumber&gt;85&lt;/pageNumber&gt;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leafNum="92"&gt;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</p:txBody>
      </p:sp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0" id="200"/>
          <p:cNvPicPr>
            <a:picLocks noChangeAspect="true"/>
          </p:cNvPicPr>
          <p:nvPr/>
        </p:nvPicPr>
        <p:blipFill>
          <a:blip r:embed="rId20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0" id="20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&lt;skewAngle&gt;0.12&lt;/skewAngle&gt;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&lt;skewAngleDetect&gt;0.12&lt;/skewAngleDetect&gt;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&lt;skewScore&gt;4.39&lt;/skewScore&gt;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&lt;y&gt;504&lt;/y&gt;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&lt;pageNumber&gt;86&lt;/pageNumber&gt;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leafNum="93"&gt;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</p:txBody>
      </p:sp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2" id="202"/>
          <p:cNvPicPr>
            <a:picLocks noChangeAspect="true"/>
          </p:cNvPicPr>
          <p:nvPr/>
        </p:nvPicPr>
        <p:blipFill>
          <a:blip r:embed="rId20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2" id="20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&lt;skewScore&gt;5.44&lt;/skewScore&gt;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&lt;x&gt;298&lt;/x&gt;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&lt;y&gt;367&lt;/y&gt;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&lt;pageNumber&gt;87&lt;/pageNumber&gt;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leafNum="94"&gt;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</a:t>
            </a:r>
          </a:p>
        </p:txBody>
      </p:sp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4" id="204"/>
          <p:cNvPicPr>
            <a:picLocks noChangeAspect="true"/>
          </p:cNvPicPr>
          <p:nvPr/>
        </p:nvPicPr>
        <p:blipFill>
          <a:blip r:embed="rId20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4" id="20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&lt;skewAngle&gt;-0.09&lt;/skewAngle&gt;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&lt;skewAngleDetect&gt;-0.09&lt;/skewAngleDetect&gt;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&lt;skewScore&gt;4.23&lt;/skewScore&gt;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&lt;x&gt;442&lt;/x&gt;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&lt;y&gt;504&lt;/y&gt;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&lt;pageNumber&gt;88&lt;/pageNumber&gt;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leafNum="95"&gt;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</p:txBody>
      </p:sp>
    </p:spTree>
  </p:cSld>
  <p:clrMapOvr>
    <a:masterClrMapping/>
  </p:clrMapOvr>
</p:sld>
</file>

<file path=ppt/slides/slide10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6" id="206"/>
          <p:cNvPicPr>
            <a:picLocks noChangeAspect="true"/>
          </p:cNvPicPr>
          <p:nvPr/>
        </p:nvPicPr>
        <p:blipFill>
          <a:blip r:embed="rId20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6" id="20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&lt;skewScore&gt;5.29&lt;/skewScore&gt;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&lt;x&gt;298&lt;/x&gt;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&lt;y&gt;367&lt;/y&gt;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&lt;pageNumber&gt;89&lt;/pageNumber&gt;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leafNum="96"&gt;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</p:txBody>
      </p:sp>
    </p:spTree>
  </p:cSld>
  <p:clrMapOvr>
    <a:masterClrMapping/>
  </p:clrMapOvr>
</p:sld>
</file>

<file path=ppt/slides/slide10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8" id="208"/>
          <p:cNvPicPr>
            <a:picLocks noChangeAspect="true"/>
          </p:cNvPicPr>
          <p:nvPr/>
        </p:nvPicPr>
        <p:blipFill>
          <a:blip r:embed="rId20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8" id="20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&lt;skewAngle&gt;0.12&lt;/skewAngle&gt;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&lt;skewAngleDetect&gt;0.12&lt;/skewAngleDetect&gt;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&lt;skewScore&gt;4.87&lt;/skewScore&gt;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&lt;x&gt;437&lt;/x&gt;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&lt;y&gt;530&lt;/y&gt;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&lt;pageNumber&gt;90&lt;/pageNumber&gt;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leafNum="97"&gt;</a:t>
            </a:r>
          </a:p>
        </p:txBody>
      </p:sp>
    </p:spTree>
  </p:cSld>
  <p:clrMapOvr>
    <a:masterClrMapping/>
  </p:clrMapOvr>
</p:sld>
</file>

<file path=ppt/slides/slide10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0" id="210"/>
          <p:cNvPicPr>
            <a:picLocks noChangeAspect="true"/>
          </p:cNvPicPr>
          <p:nvPr/>
        </p:nvPicPr>
        <p:blipFill>
          <a:blip r:embed="rId2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0" id="2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&lt;skewAngle&gt;-0.44&lt;/skewAngle&gt;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&lt;skewAngleDetect&gt;-0.44&lt;/skewAngleDetect&gt;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&lt;skewScore&gt;5.45&lt;/skewScore&gt;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&lt;x&gt;293&lt;/x&gt;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&lt;y&gt;408&lt;/y&gt;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&lt;pageNumber&gt;91&lt;/pageNumber&gt;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</p:txBody>
      </p:sp>
    </p:spTree>
  </p:cSld>
  <p:clrMapOvr>
    <a:masterClrMapping/>
  </p:clrMapOvr>
</p:sld>
</file>

<file path=ppt/slides/slide10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2" id="212"/>
          <p:cNvPicPr>
            <a:picLocks noChangeAspect="true"/>
          </p:cNvPicPr>
          <p:nvPr/>
        </p:nvPicPr>
        <p:blipFill>
          <a:blip r:embed="rId2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2" id="2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 leafNum="98"&gt;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&lt;skewAngle&gt;0.23&lt;/skewAngle&gt;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&lt;skewAngleDetect&gt;0.23&lt;/skewAngleDetect&gt;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&lt;skewScore&gt;5.42&lt;/skewScore&gt;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&lt;x&gt;437&lt;/x&gt;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&lt;y&gt;530&lt;/y&gt;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&lt;pageNumber&gt;92&lt;/pageNumber&gt;</a:t>
            </a:r>
          </a:p>
        </p:txBody>
      </p:sp>
    </p:spTree>
  </p:cSld>
  <p:clrMapOvr>
    <a:masterClrMapping/>
  </p:clrMapOvr>
</p:sld>
</file>

<file path=ppt/slides/slide10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4" id="214"/>
          <p:cNvPicPr>
            <a:picLocks noChangeAspect="true"/>
          </p:cNvPicPr>
          <p:nvPr/>
        </p:nvPicPr>
        <p:blipFill>
          <a:blip r:embed="rId2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4" id="2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leafNum="99"&gt;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&lt;skewAngle&gt;0.25&lt;/skewAngle&gt;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&lt;skewAngleDetect&gt;0.25&lt;/skewAngleDetect&gt;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&lt;skewScore&gt;5.03&lt;/skewScore&gt;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&lt;x&gt;293&lt;/x&gt;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&lt;y&gt;408&lt;/y&gt;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</p:txBody>
      </p:sp>
    </p:spTree>
  </p:cSld>
  <p:clrMapOvr>
    <a:masterClrMapping/>
  </p:clrMapOvr>
</p:sld>
</file>

<file path=ppt/slides/slide10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6" id="216"/>
          <p:cNvPicPr>
            <a:picLocks noChangeAspect="true"/>
          </p:cNvPicPr>
          <p:nvPr/>
        </p:nvPicPr>
        <p:blipFill>
          <a:blip r:embed="rId2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6" id="21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&lt;pageNumber&gt;93&lt;/pageNumber&gt;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leafNum="100"&gt;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&lt;skewAngle&gt;0.58&lt;/skewAngle&gt;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&lt;skewAngleDetect&gt;0.58&lt;/skewAngleDetect&gt;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&lt;skewScore&gt;4.29&lt;/skewScore&gt;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&lt;x&gt;437&lt;/x&gt;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&lt;y&gt;530&lt;/y&gt;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</p:txBody>
      </p:sp>
    </p:spTree>
  </p:cSld>
  <p:clrMapOvr>
    <a:masterClrMapping/>
  </p:clrMapOvr>
</p:sld>
</file>

<file path=ppt/slides/slide10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8" id="218"/>
          <p:cNvPicPr>
            <a:picLocks noChangeAspect="true"/>
          </p:cNvPicPr>
          <p:nvPr/>
        </p:nvPicPr>
        <p:blipFill>
          <a:blip r:embed="rId2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8" id="2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&lt;pageNumber&gt;94&lt;/pageNumber&gt;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leafNum="101"&gt;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&lt;skewAngle&gt;-0.25&lt;/skewAngle&gt;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&lt;skewAngleDetect&gt;-0.25&lt;/skewAngleDetect&gt;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&lt;skewScore&gt;5.85&lt;/skewScore&gt;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&lt;x&gt;293&lt;/x&gt;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&lt;y&gt;408&lt;/y&gt;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</p:txBody>
      </p:sp>
    </p:spTree>
  </p:cSld>
  <p:clrMapOvr>
    <a:masterClrMapping/>
  </p:clrMapOvr>
</p:sld>
</file>

<file path=ppt/slides/slide10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0" id="220"/>
          <p:cNvPicPr>
            <a:picLocks noChangeAspect="true"/>
          </p:cNvPicPr>
          <p:nvPr/>
        </p:nvPicPr>
        <p:blipFill>
          <a:blip r:embed="rId2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0" id="2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&lt;pageNumber&gt;95&lt;/pageNumber&gt;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leafNum="102"&gt;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&lt;skewScore&gt;4.89&lt;/skewScore&gt;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&lt;x&gt;437&lt;/x&gt;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&lt;y&gt;530&lt;/y&gt;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</p:txBody>
      </p:sp>
    </p:spTree>
  </p:cSld>
  <p:clrMapOvr>
    <a:masterClrMapping/>
  </p:clrMapOvr>
</p:sld>
</file>

<file path=ppt/slides/slide1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2" id="222"/>
          <p:cNvPicPr>
            <a:picLocks noChangeAspect="true"/>
          </p:cNvPicPr>
          <p:nvPr/>
        </p:nvPicPr>
        <p:blipFill>
          <a:blip r:embed="rId2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2" id="2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&lt;pageNumber&gt;96&lt;/pageNumber&gt;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leafNum="103"&gt;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&lt;skewAngle&gt;-0.39&lt;/skewAngle&gt;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&lt;skewAngleDetect&gt;-0.39&lt;/skewAngleDetect&gt;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&lt;skewScore&gt;5.59&lt;/skewScore&gt;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&lt;x&gt;293&lt;/x&gt;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&lt;y&gt;408&lt;/y&gt;</a:t>
            </a:r>
          </a:p>
        </p:txBody>
      </p:sp>
    </p:spTree>
  </p:cSld>
  <p:clrMapOvr>
    <a:masterClrMapping/>
  </p:clrMapOvr>
</p:sld>
</file>

<file path=ppt/slides/slide1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4" id="224"/>
          <p:cNvPicPr>
            <a:picLocks noChangeAspect="true"/>
          </p:cNvPicPr>
          <p:nvPr/>
        </p:nvPicPr>
        <p:blipFill>
          <a:blip r:embed="rId2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4" id="22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&lt;pageNumber&gt;97&lt;/pageNumber&gt;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leafNum="104"&gt;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&lt;skewScore&gt;5.67&lt;/skewScore&gt;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&lt;x&gt;437&lt;/x&gt;</a:t>
            </a:r>
          </a:p>
        </p:txBody>
      </p:sp>
    </p:spTree>
  </p:cSld>
  <p:clrMapOvr>
    <a:masterClrMapping/>
  </p:clrMapOvr>
</p:sld>
</file>

<file path=ppt/slides/slide1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6" id="226"/>
          <p:cNvPicPr>
            <a:picLocks noChangeAspect="true"/>
          </p:cNvPicPr>
          <p:nvPr/>
        </p:nvPicPr>
        <p:blipFill>
          <a:blip r:embed="rId2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6" id="22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&lt;y&gt;530&lt;/y&gt;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&lt;pageNumber&gt;98&lt;/pageNumber&gt;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leafNum="105"&gt;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&lt;skewScore&gt;5.58&lt;/skewScore&gt;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</p:txBody>
      </p:sp>
    </p:spTree>
  </p:cSld>
  <p:clrMapOvr>
    <a:masterClrMapping/>
  </p:clrMapOvr>
</p:sld>
</file>

<file path=ppt/slides/slide1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8" id="228"/>
          <p:cNvPicPr>
            <a:picLocks noChangeAspect="true"/>
          </p:cNvPicPr>
          <p:nvPr/>
        </p:nvPicPr>
        <p:blipFill>
          <a:blip r:embed="rId2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8" id="22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&lt;x&gt;293&lt;/x&gt;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&lt;y&gt;408&lt;/y&gt;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&lt;pageNumber&gt;99&lt;/pageNumber&gt;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leafNum="106"&gt;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&lt;skewAngle&gt;0.12&lt;/skewAngle&gt;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&lt;skewAngleDetect&gt;0.12&lt;/skewAngleDetect&gt;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&lt;skewScore&gt;4.91&lt;/skewScore&gt;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</p:txBody>
      </p:sp>
    </p:spTree>
  </p:cSld>
  <p:clrMapOvr>
    <a:masterClrMapping/>
  </p:clrMapOvr>
</p:sld>
</file>

<file path=ppt/slides/slide1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0" id="230"/>
          <p:cNvPicPr>
            <a:picLocks noChangeAspect="true"/>
          </p:cNvPicPr>
          <p:nvPr/>
        </p:nvPicPr>
        <p:blipFill>
          <a:blip r:embed="rId23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30" id="23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&lt;x&gt;437&lt;/x&gt;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&lt;y&gt;530&lt;/y&gt;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&lt;pageNumber&gt;100&lt;/pageNumber&gt;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leafNum="107"&gt;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&lt;skewScore&gt;4.70&lt;/skewScore&gt;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</p:txBody>
      </p:sp>
    </p:spTree>
  </p:cSld>
  <p:clrMapOvr>
    <a:masterClrMapping/>
  </p:clrMapOvr>
</p:sld>
</file>

<file path=ppt/slides/slide1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2" id="232"/>
          <p:cNvPicPr>
            <a:picLocks noChangeAspect="true"/>
          </p:cNvPicPr>
          <p:nvPr/>
        </p:nvPicPr>
        <p:blipFill>
          <a:blip r:embed="rId23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32" id="23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&lt;x&gt;293&lt;/x&gt;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&lt;y&gt;408&lt;/y&gt;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&lt;pageNumber&gt;101&lt;/pageNumber&gt;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leafNum="108"&gt;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&lt;skewAngle&gt;0.12&lt;/skewAngle&gt;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&lt;skewAngleDetect&gt;0.12&lt;/skewAngleDetect&gt;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&lt;skewScore&gt;5.37&lt;/skewScore&gt;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</p:txBody>
      </p:sp>
    </p:spTree>
  </p:cSld>
  <p:clrMapOvr>
    <a:masterClrMapping/>
  </p:clrMapOvr>
</p:sld>
</file>

<file path=ppt/slides/slide1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4" id="234"/>
          <p:cNvPicPr>
            <a:picLocks noChangeAspect="true"/>
          </p:cNvPicPr>
          <p:nvPr/>
        </p:nvPicPr>
        <p:blipFill>
          <a:blip r:embed="rId23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34" id="23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&lt;x&gt;437&lt;/x&gt;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&lt;y&gt;530&lt;/y&gt;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&lt;pageNumber&gt;102&lt;/pageNumber&gt;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leafNum="109"&gt;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&lt;skewAngle&gt;0.22&lt;/skewAngle&gt;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&lt;skewAngleDetect&gt;0.22&lt;/skewAngleDetect&gt;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&lt;skewScore&gt;4.82&lt;/skewScore&gt;</a:t>
            </a:r>
          </a:p>
        </p:txBody>
      </p:sp>
    </p:spTree>
  </p:cSld>
  <p:clrMapOvr>
    <a:masterClrMapping/>
  </p:clrMapOvr>
</p:sld>
</file>

<file path=ppt/slides/slide1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6" id="236"/>
          <p:cNvPicPr>
            <a:picLocks noChangeAspect="true"/>
          </p:cNvPicPr>
          <p:nvPr/>
        </p:nvPicPr>
        <p:blipFill>
          <a:blip r:embed="rId2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36" id="23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&lt;x&gt;293&lt;/x&gt;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&lt;y&gt;408&lt;/y&gt;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&lt;pageNumber&gt;103&lt;/pageNumber&gt;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leafNum="110"&gt;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&lt;skewAngle&gt;-0.12&lt;/skewAngle&gt;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&lt;skewAngleDetect&gt;-0.12&lt;/skewAngleDetect&gt;</a:t>
            </a:r>
          </a:p>
        </p:txBody>
      </p:sp>
    </p:spTree>
  </p:cSld>
  <p:clrMapOvr>
    <a:masterClrMapping/>
  </p:clrMapOvr>
</p:sld>
</file>

<file path=ppt/slides/slide1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8" id="238"/>
          <p:cNvPicPr>
            <a:picLocks noChangeAspect="true"/>
          </p:cNvPicPr>
          <p:nvPr/>
        </p:nvPicPr>
        <p:blipFill>
          <a:blip r:embed="rId23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38" id="23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&lt;skewScore&gt;4.72&lt;/skewScore&gt;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&lt;x&gt;437&lt;/x&gt;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&lt;y&gt;530&lt;/y&gt;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&lt;pageNumber&gt;104&lt;/pageNumber&gt;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leafNum="111"&gt;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&lt;skewAngle&gt;-0.44&lt;/skewAngle&gt;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&lt;skewAngleDetect&gt;-0.44&lt;/</a:t>
            </a:r>
          </a:p>
        </p:txBody>
      </p:sp>
    </p:spTree>
  </p:cSld>
  <p:clrMapOvr>
    <a:masterClrMapping/>
  </p:clrMapOvr>
</p:sld>
</file>

<file path=ppt/slides/slide1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0" id="240"/>
          <p:cNvPicPr>
            <a:picLocks noChangeAspect="true"/>
          </p:cNvPicPr>
          <p:nvPr/>
        </p:nvPicPr>
        <p:blipFill>
          <a:blip r:embed="rId24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0" id="24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&lt;skewScore&gt;3.97&lt;/skewScore&gt;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&lt;x&gt;293&lt;/x&gt;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&lt;y&gt;408&lt;/y&gt;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&lt;pageNumber&gt;105&lt;/pageNumber&gt;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leafNum="112"&gt;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</p:txBody>
      </p:sp>
    </p:spTree>
  </p:cSld>
  <p:clrMapOvr>
    <a:masterClrMapping/>
  </p:clrMapOvr>
</p:sld>
</file>

<file path=ppt/slides/slide1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2" id="242"/>
          <p:cNvPicPr>
            <a:picLocks noChangeAspect="true"/>
          </p:cNvPicPr>
          <p:nvPr/>
        </p:nvPicPr>
        <p:blipFill>
          <a:blip r:embed="rId24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2" id="24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&lt;skewScore&gt;4.99&lt;/skewScore&gt;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&lt;x&gt;437&lt;/x&gt;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&lt;y&gt;530&lt;/y&gt;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&lt;pageNumber&gt;106&lt;/pageNumber&gt;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leafNum="113"&gt;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</p:txBody>
      </p:sp>
    </p:spTree>
  </p:cSld>
  <p:clrMapOvr>
    <a:masterClrMapping/>
  </p:clrMapOvr>
</p:sld>
</file>

<file path=ppt/slides/slide1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4" id="244"/>
          <p:cNvPicPr>
            <a:picLocks noChangeAspect="true"/>
          </p:cNvPicPr>
          <p:nvPr/>
        </p:nvPicPr>
        <p:blipFill>
          <a:blip r:embed="rId24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4" id="24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&lt;skewAngle&gt;0.38&lt;/skewAngle&gt;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&lt;skewAngleDetect&gt;0.38&lt;/skewAngleDetect&gt;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&lt;skewScore&gt;5.50&lt;/skewScore&gt;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&lt;x&gt;293&lt;/x&gt;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&lt;y&gt;408&lt;/y&gt;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&lt;pageNumber&gt;107&lt;/pageNumber&gt;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leafNum="114"&gt;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</p:txBody>
      </p:sp>
    </p:spTree>
  </p:cSld>
  <p:clrMapOvr>
    <a:masterClrMapping/>
  </p:clrMapOvr>
</p:sld>
</file>

<file path=ppt/slides/slide1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6" id="246"/>
          <p:cNvPicPr>
            <a:picLocks noChangeAspect="true"/>
          </p:cNvPicPr>
          <p:nvPr/>
        </p:nvPicPr>
        <p:blipFill>
          <a:blip r:embed="rId24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6" id="24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&lt;skewAngle&gt;0.23&lt;/skewAngle&gt;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&lt;skewAngleDetect&gt;0.23&lt;/skewAngleDetect&gt;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&lt;skewScore&gt;5.01&lt;/skewScore&gt;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&lt;x&gt;437&lt;/x&gt;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&lt;y&gt;530&lt;/y&gt;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&lt;pageNumber&gt;108&lt;/pageNumber&gt;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leafNum="115"&gt;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</a:t>
            </a:r>
          </a:p>
        </p:txBody>
      </p:sp>
    </p:spTree>
  </p:cSld>
  <p:clrMapOvr>
    <a:masterClrMapping/>
  </p:clrMapOvr>
</p:sld>
</file>

<file path=ppt/slides/slide1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8" id="248"/>
          <p:cNvPicPr>
            <a:picLocks noChangeAspect="true"/>
          </p:cNvPicPr>
          <p:nvPr/>
        </p:nvPicPr>
        <p:blipFill>
          <a:blip r:embed="rId2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8" id="24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&lt;skewAngle&gt;0.55&lt;/skewAngle&gt;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&lt;skewAngleDetect&gt;0.55&lt;/skewAngleDetect&gt;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&lt;skewScore&gt;5.48&lt;/skewScore&gt;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&lt;x&gt;293&lt;/x&gt;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&lt;y&gt;408&lt;/y&gt;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&lt;pageNumber&gt;109&lt;/pageNumber&gt;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leafNum="116"&gt;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</p:txBody>
      </p:sp>
    </p:spTree>
  </p:cSld>
  <p:clrMapOvr>
    <a:masterClrMapping/>
  </p:clrMapOvr>
</p:sld>
</file>

<file path=ppt/slides/slide1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0" id="250"/>
          <p:cNvPicPr>
            <a:picLocks noChangeAspect="true"/>
          </p:cNvPicPr>
          <p:nvPr/>
        </p:nvPicPr>
        <p:blipFill>
          <a:blip r:embed="rId25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50" id="25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&lt;skewAngle&gt;-0.14&lt;/skewAngle&gt;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&lt;skewAngleDetect&gt;-0.14&lt;/skewAngleDetect&gt;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&lt;skewScore&gt;3.64&lt;/skewScore&gt;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&lt;x&gt;437&lt;/x&gt;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&lt;y&gt;530&lt;/y&gt;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&lt;pageNumber&gt;110&lt;/pageNumber&gt;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leafNum="117"&gt;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</p:txBody>
      </p:sp>
    </p:spTree>
  </p:cSld>
  <p:clrMapOvr>
    <a:masterClrMapping/>
  </p:clrMapOvr>
</p:sld>
</file>

<file path=ppt/slides/slide1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2" id="252"/>
          <p:cNvPicPr>
            <a:picLocks noChangeAspect="true"/>
          </p:cNvPicPr>
          <p:nvPr/>
        </p:nvPicPr>
        <p:blipFill>
          <a:blip r:embed="rId25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52" id="25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&lt;skewScore&gt;5.92&lt;/skewScore&gt;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&lt;x&gt;293&lt;/x&gt;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&lt;y&gt;408&lt;/y&gt;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&lt;pageNumber&gt;111&lt;/pageNumber&gt;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leafNum="118"&gt;</a:t>
            </a:r>
          </a:p>
        </p:txBody>
      </p:sp>
    </p:spTree>
  </p:cSld>
  <p:clrMapOvr>
    <a:masterClrMapping/>
  </p:clrMapOvr>
</p:sld>
</file>

<file path=ppt/slides/slide1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4" id="254"/>
          <p:cNvPicPr>
            <a:picLocks noChangeAspect="true"/>
          </p:cNvPicPr>
          <p:nvPr/>
        </p:nvPicPr>
        <p:blipFill>
          <a:blip r:embed="rId25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54" id="25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&lt;skewAngle&gt;0.27&lt;/skewAngle&gt;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&lt;skewAngleDetect&gt;0.27&lt;/skewAngleDetect&gt;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&lt;skewScore&gt;5.31&lt;/skewScore&gt;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&lt;x&gt;437&lt;/x&gt;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&lt;y&gt;426&lt;/y&gt;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&lt;pageNumber&gt;112&lt;/pageNumber&gt;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</p:txBody>
      </p:sp>
    </p:spTree>
  </p:cSld>
  <p:clrMapOvr>
    <a:masterClrMapping/>
  </p:clrMapOvr>
</p:sld>
</file>

<file path=ppt/slides/slide1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6" id="256"/>
          <p:cNvPicPr>
            <a:picLocks noChangeAspect="true"/>
          </p:cNvPicPr>
          <p:nvPr/>
        </p:nvPicPr>
        <p:blipFill>
          <a:blip r:embed="rId25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56" id="25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 leafNum="119"&gt;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&lt;skewAngle&gt;-0.67&lt;/skewAngle&gt;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&lt;skewAngleDetect&gt;-0.67&lt;/skewAngleDetect&gt;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&lt;skewScore&gt;6.02&lt;/skewScore&gt;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&lt;x&gt;293&lt;/x&gt;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&lt;y&gt;321&lt;/y&gt;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&lt;pageNumber&gt;113&lt;/pageNumber&gt;</a:t>
            </a:r>
          </a:p>
        </p:txBody>
      </p:sp>
    </p:spTree>
  </p:cSld>
  <p:clrMapOvr>
    <a:masterClrMapping/>
  </p:clrMapOvr>
</p:sld>
</file>

<file path=ppt/slides/slide1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8" id="258"/>
          <p:cNvPicPr>
            <a:picLocks noChangeAspect="true"/>
          </p:cNvPicPr>
          <p:nvPr/>
        </p:nvPicPr>
        <p:blipFill>
          <a:blip r:embed="rId25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58" id="25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leafNum="120"&gt;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&lt;skewAngle&gt;0.77&lt;/skewAngle&gt;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&lt;skewAngleDetect&gt;0.77&lt;/skewAngleDetect&gt;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&lt;skewScore&gt;5.93&lt;/skewScore&gt;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</p:txBody>
      </p:sp>
    </p:spTree>
  </p:cSld>
  <p:clrMapOvr>
    <a:masterClrMapping/>
  </p:clrMapOvr>
</p:sld>
</file>

<file path=ppt/slides/slide1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0" id="260"/>
          <p:cNvPicPr>
            <a:picLocks noChangeAspect="true"/>
          </p:cNvPicPr>
          <p:nvPr/>
        </p:nvPicPr>
        <p:blipFill>
          <a:blip r:embed="rId26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0" id="26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&lt;pageNumber&gt;114&lt;/pageNumber&gt;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leafNum="121"&gt;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&lt;skewAngle&gt;-0.55&lt;/skewAngle&gt;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&lt;skewAngleDetect&gt;-0.55&lt;/skewAngleDetect&gt;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&lt;skewScore&gt;5.75&lt;/skewScore&gt;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</p:txBody>
      </p:sp>
    </p:spTree>
  </p:cSld>
  <p:clrMapOvr>
    <a:masterClrMapping/>
  </p:clrMapOvr>
</p:sld>
</file>

<file path=ppt/slides/slide1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2" id="262"/>
          <p:cNvPicPr>
            <a:picLocks noChangeAspect="true"/>
          </p:cNvPicPr>
          <p:nvPr/>
        </p:nvPicPr>
        <p:blipFill>
          <a:blip r:embed="rId26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2" id="26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&lt;pageNumber&gt;115&lt;/pageNumber&gt;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leafNum="122"&gt;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&lt;skewAngle&gt;1.05&lt;/skewAngle&gt;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&lt;skewAngleDetect&gt;1.05&lt;/skewAngleDetect&gt;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&lt;skewScore&gt;4.19&lt;/skewScore&gt;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</p:txBody>
      </p:sp>
    </p:spTree>
  </p:cSld>
  <p:clrMapOvr>
    <a:masterClrMapping/>
  </p:clrMapOvr>
</p:sld>
</file>

<file path=ppt/slides/slide1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4" id="264"/>
          <p:cNvPicPr>
            <a:picLocks noChangeAspect="true"/>
          </p:cNvPicPr>
          <p:nvPr/>
        </p:nvPicPr>
        <p:blipFill>
          <a:blip r:embed="rId26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4" id="26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&lt;pageNumber&gt;116&lt;/pageNumber&gt;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leafNum="123"&gt;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&lt;skewScore&gt;4.90&lt;/skewScore&gt;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</p:txBody>
      </p:sp>
    </p:spTree>
  </p:cSld>
  <p:clrMapOvr>
    <a:masterClrMapping/>
  </p:clrMapOvr>
</p:sld>
</file>

<file path=ppt/slides/slide1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6" id="266"/>
          <p:cNvPicPr>
            <a:picLocks noChangeAspect="true"/>
          </p:cNvPicPr>
          <p:nvPr/>
        </p:nvPicPr>
        <p:blipFill>
          <a:blip r:embed="rId26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6" id="26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&lt;pageNumber&gt;117&lt;/pageNumber&gt;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leafNum="124"&gt;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&lt;skewAngle&gt;0.78&lt;/skewAngle&gt;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&lt;skewAngleDetect&gt;0.78&lt;/skewAngleDetect&gt;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&lt;skewScore&gt;5.17&lt;/skewScore&gt;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</p:txBody>
      </p:sp>
    </p:spTree>
  </p:cSld>
  <p:clrMapOvr>
    <a:masterClrMapping/>
  </p:clrMapOvr>
</p:sld>
</file>

<file path=ppt/slides/slide1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8" id="268"/>
          <p:cNvPicPr>
            <a:picLocks noChangeAspect="true"/>
          </p:cNvPicPr>
          <p:nvPr/>
        </p:nvPicPr>
        <p:blipFill>
          <a:blip r:embed="rId26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8" id="26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&lt;pageNumber&gt;118&lt;/pageNumber&gt;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leafNum="125"&gt;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&lt;skewScore&gt;4.81&lt;/skewScore&gt;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</p:txBody>
      </p:sp>
    </p:spTree>
  </p:cSld>
  <p:clrMapOvr>
    <a:masterClrMapping/>
  </p:clrMapOvr>
</p:sld>
</file>

<file path=ppt/slides/slide1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70" id="270"/>
          <p:cNvPicPr>
            <a:picLocks noChangeAspect="true"/>
          </p:cNvPicPr>
          <p:nvPr/>
        </p:nvPicPr>
        <p:blipFill>
          <a:blip r:embed="rId27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70" id="27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&lt;pageNumber&gt;119&lt;/pageNumber&gt;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leafNum="126"&gt;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&lt;skewAngle&gt;0.80&lt;/skewAngle&gt;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&lt;skewAngleDetect&gt;0.80&lt;/skewAngleDetect&gt;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&lt;skewScore&gt;5.44&lt;/skewScore&gt;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</p:txBody>
      </p:sp>
    </p:spTree>
  </p:cSld>
  <p:clrMapOvr>
    <a:masterClrMapping/>
  </p:clrMapOvr>
</p:sld>
</file>

<file path=ppt/slides/slide1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72" id="272"/>
          <p:cNvPicPr>
            <a:picLocks noChangeAspect="true"/>
          </p:cNvPicPr>
          <p:nvPr/>
        </p:nvPicPr>
        <p:blipFill>
          <a:blip r:embed="rId27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72" id="27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&lt;pageNumber&gt;120&lt;/pageNumber&gt;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leafNum="127"&gt;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&lt;skewScore&gt;4.70&lt;/skewScore&gt;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</p:txBody>
      </p:sp>
    </p:spTree>
  </p:cSld>
  <p:clrMapOvr>
    <a:masterClrMapping/>
  </p:clrMapOvr>
</p:sld>
</file>

<file path=ppt/slides/slide1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74" id="274"/>
          <p:cNvPicPr>
            <a:picLocks noChangeAspect="true"/>
          </p:cNvPicPr>
          <p:nvPr/>
        </p:nvPicPr>
        <p:blipFill>
          <a:blip r:embed="rId27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74" id="27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&lt;pageNumber&gt;121&lt;/pageNumber&gt;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leafNum="128"&gt;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&lt;skewAngle&gt;0.67&lt;/skewAngle&gt;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&lt;skewAngleDetect&gt;0.67&lt;/skewAngleDetect&gt;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&lt;skewScore&gt;5.58&lt;/skewScore&gt;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</p:txBody>
      </p:sp>
    </p:spTree>
  </p:cSld>
  <p:clrMapOvr>
    <a:masterClrMapping/>
  </p:clrMapOvr>
</p:sld>
</file>

<file path=ppt/slides/slide1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76" id="276"/>
          <p:cNvPicPr>
            <a:picLocks noChangeAspect="true"/>
          </p:cNvPicPr>
          <p:nvPr/>
        </p:nvPicPr>
        <p:blipFill>
          <a:blip r:embed="rId27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76" id="27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&lt;pageNumber&gt;122&lt;/pageNumber&gt;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leafNum="129"&gt;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&lt;skewScore&gt;4.96&lt;/skewScore&gt;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</p:txBody>
      </p:sp>
    </p:spTree>
  </p:cSld>
  <p:clrMapOvr>
    <a:masterClrMapping/>
  </p:clrMapOvr>
</p:sld>
</file>

<file path=ppt/slides/slide1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78" id="278"/>
          <p:cNvPicPr>
            <a:picLocks noChangeAspect="true"/>
          </p:cNvPicPr>
          <p:nvPr/>
        </p:nvPicPr>
        <p:blipFill>
          <a:blip r:embed="rId27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78" id="27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&lt;pageNumber&gt;123&lt;/pageNumber&gt;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leafNum="130"&gt;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&lt;skewAngle&gt;0.52&lt;/skewAngle&gt;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&lt;skewAngleDetect&gt;0.52&lt;/skewAngleDetect&gt;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&lt;skewScore&gt;5.16&lt;/skewScore&gt;</a:t>
            </a:r>
          </a:p>
        </p:txBody>
      </p:sp>
    </p:spTree>
  </p:cSld>
  <p:clrMapOvr>
    <a:masterClrMapping/>
  </p:clrMapOvr>
</p:sld>
</file>

<file path=ppt/slides/slide1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0" id="280"/>
          <p:cNvPicPr>
            <a:picLocks noChangeAspect="true"/>
          </p:cNvPicPr>
          <p:nvPr/>
        </p:nvPicPr>
        <p:blipFill>
          <a:blip r:embed="rId28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0" id="28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&lt;pageNumber&gt;124&lt;/pageNumber&gt;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leafNum="131"&gt;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</p:txBody>
      </p:sp>
    </p:spTree>
  </p:cSld>
  <p:clrMapOvr>
    <a:masterClrMapping/>
  </p:clrMapOvr>
</p:sld>
</file>

<file path=ppt/slides/slide1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2" id="282"/>
          <p:cNvPicPr>
            <a:picLocks noChangeAspect="true"/>
          </p:cNvPicPr>
          <p:nvPr/>
        </p:nvPicPr>
        <p:blipFill>
          <a:blip r:embed="rId28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2" id="28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&lt;skewScore&gt;5.54&lt;/skewScore&gt;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&lt;pageNumber&gt;125&lt;/pageNumber&gt;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leafNum="132"&gt;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&lt;skewAngle&gt;-0.28&lt;/skewAngle&gt;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&lt;skewAngleDetect&gt;-0.28&lt;/</a:t>
            </a:r>
          </a:p>
        </p:txBody>
      </p:sp>
    </p:spTree>
  </p:cSld>
  <p:clrMapOvr>
    <a:masterClrMapping/>
  </p:clrMapOvr>
</p:sld>
</file>

<file path=ppt/slides/slide1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4" id="284"/>
          <p:cNvPicPr>
            <a:picLocks noChangeAspect="true"/>
          </p:cNvPicPr>
          <p:nvPr/>
        </p:nvPicPr>
        <p:blipFill>
          <a:blip r:embed="rId28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4" id="28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&lt;skewScore&gt;3.23&lt;/skewScore&gt;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&lt;pageNumber&gt;126&lt;/pageNumber&gt;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leafNum="133"&gt;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</p:txBody>
      </p:sp>
    </p:spTree>
  </p:cSld>
  <p:clrMapOvr>
    <a:masterClrMapping/>
  </p:clrMapOvr>
</p:sld>
</file>

<file path=ppt/slides/slide1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6" id="286"/>
          <p:cNvPicPr>
            <a:picLocks noChangeAspect="true"/>
          </p:cNvPicPr>
          <p:nvPr/>
        </p:nvPicPr>
        <p:blipFill>
          <a:blip r:embed="rId28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6" id="28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&lt;skewScore&gt;4.67&lt;/skewScore&gt;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&lt;pageNumber&gt;127&lt;/pageNumber&gt;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leafNum="134"&gt;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</p:txBody>
      </p:sp>
    </p:spTree>
  </p:cSld>
  <p:clrMapOvr>
    <a:masterClrMapping/>
  </p:clrMapOvr>
</p:sld>
</file>

<file path=ppt/slides/slide1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8" id="288"/>
          <p:cNvPicPr>
            <a:picLocks noChangeAspect="true"/>
          </p:cNvPicPr>
          <p:nvPr/>
        </p:nvPicPr>
        <p:blipFill>
          <a:blip r:embed="rId28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8" id="28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&lt;skewAngle&gt;0.83&lt;/skewAngle&gt;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&lt;skewAngleDetect&gt;0.83&lt;/skewAngleDetect&gt;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&lt;skewScore&gt;6.95&lt;/skewScore&gt;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&lt;pageNumber&gt;128&lt;/pageNumber&gt;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leafNum="135"&gt;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</p:txBody>
      </p:sp>
    </p:spTree>
  </p:cSld>
  <p:clrMapOvr>
    <a:masterClrMapping/>
  </p:clrMapOvr>
</p:sld>
</file>

<file path=ppt/slides/slide1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90" id="290"/>
          <p:cNvPicPr>
            <a:picLocks noChangeAspect="true"/>
          </p:cNvPicPr>
          <p:nvPr/>
        </p:nvPicPr>
        <p:blipFill>
          <a:blip r:embed="rId29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90" id="29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&lt;skewScore&gt;5.01&lt;/skewScore&gt;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&lt;pageNumber&gt;129&lt;/pageNumber&gt;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leafNum="136"&gt;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</a:t>
            </a:r>
          </a:p>
        </p:txBody>
      </p:sp>
    </p:spTree>
  </p:cSld>
  <p:clrMapOvr>
    <a:masterClrMapping/>
  </p:clrMapOvr>
</p:sld>
</file>

<file path=ppt/slides/slide1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92" id="292"/>
          <p:cNvPicPr>
            <a:picLocks noChangeAspect="true"/>
          </p:cNvPicPr>
          <p:nvPr/>
        </p:nvPicPr>
        <p:blipFill>
          <a:blip r:embed="rId29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92" id="29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&lt;skewAngle&gt;1.05&lt;/skewAngle&gt;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&lt;skewAngleDetect&gt;1.05&lt;/skewAngleDetect&gt;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&lt;skewScore&gt;3.40&lt;/skewScore&gt;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&lt;pageNumber&gt;130&lt;/pageNumber&gt;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leafNum="137"&gt;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</p:txBody>
      </p:sp>
    </p:spTree>
  </p:cSld>
  <p:clrMapOvr>
    <a:masterClrMapping/>
  </p:clrMapOvr>
</p:sld>
</file>

<file path=ppt/slides/slide1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94" id="294"/>
          <p:cNvPicPr>
            <a:picLocks noChangeAspect="true"/>
          </p:cNvPicPr>
          <p:nvPr/>
        </p:nvPicPr>
        <p:blipFill>
          <a:blip r:embed="rId29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94" id="29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&lt;skewAngle&gt;0.89&lt;/skewAngle&gt;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&lt;skewAngleDetect&gt;0.89&lt;/skewAngleDetect&gt;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&lt;skewScore&gt;5.66&lt;/skewScore&gt;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&lt;pageNumber&gt;131&lt;/pageNumber&gt;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leafNum="138"&gt;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</p:txBody>
      </p:sp>
    </p:spTree>
  </p:cSld>
  <p:clrMapOvr>
    <a:masterClrMapping/>
  </p:clrMapOvr>
</p:sld>
</file>

<file path=ppt/slides/slide1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96" id="296"/>
          <p:cNvPicPr>
            <a:picLocks noChangeAspect="true"/>
          </p:cNvPicPr>
          <p:nvPr/>
        </p:nvPicPr>
        <p:blipFill>
          <a:blip r:embed="rId29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96" id="29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&lt;skewScore&gt;5.15&lt;/skewScore&gt;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&lt;pageNumber&gt;132&lt;/pageNumber&gt;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leafNum="139"&gt;</a:t>
            </a:r>
          </a:p>
        </p:txBody>
      </p:sp>
    </p:spTree>
  </p:cSld>
  <p:clrMapOvr>
    <a:masterClrMapping/>
  </p:clrMapOvr>
</p:sld>
</file>

<file path=ppt/slides/slide1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98" id="298"/>
          <p:cNvPicPr>
            <a:picLocks noChangeAspect="true"/>
          </p:cNvPicPr>
          <p:nvPr/>
        </p:nvPicPr>
        <p:blipFill>
          <a:blip r:embed="rId29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98" id="29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&lt;skewAngle&gt;0.16&lt;/skewAngle&gt;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&lt;skewAngleDetect&gt;0.16&lt;/skewAngleDetect&gt;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&lt;skewScore&gt;5.50&lt;/skewScore&gt;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&lt;pageNumber&gt;133&lt;/pageNumber&gt;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</p:txBody>
      </p:sp>
    </p:spTree>
  </p:cSld>
  <p:clrMapOvr>
    <a:masterClrMapping/>
  </p:clrMapOvr>
</p:sld>
</file>

<file path=ppt/slides/slide1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0" id="300"/>
          <p:cNvPicPr>
            <a:picLocks noChangeAspect="true"/>
          </p:cNvPicPr>
          <p:nvPr/>
        </p:nvPicPr>
        <p:blipFill>
          <a:blip r:embed="rId30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00" id="30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 leafNum="140"&gt;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&lt;skewAngle&gt;0.20&lt;/skewAngle&gt;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&lt;skewAngleDetect&gt;0.20&lt;/skewAngleDetect&gt;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&lt;skewScore&gt;5.97&lt;/skewScore&gt;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&lt;pageNumber&gt;134&lt;/pageNumber&gt;</a:t>
            </a:r>
          </a:p>
        </p:txBody>
      </p:sp>
    </p:spTree>
  </p:cSld>
  <p:clrMapOvr>
    <a:masterClrMapping/>
  </p:clrMapOvr>
</p:sld>
</file>

<file path=ppt/slides/slide1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2" id="302"/>
          <p:cNvPicPr>
            <a:picLocks noChangeAspect="true"/>
          </p:cNvPicPr>
          <p:nvPr/>
        </p:nvPicPr>
        <p:blipFill>
          <a:blip r:embed="rId30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02" id="30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leafNum="141"&gt;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&lt;skewAngle&gt;0.25&lt;/skewAngle&gt;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&lt;skewAngleDetect&gt;0.25&lt;/skewAngleDetect&gt;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&lt;skewScore&gt;5.12&lt;/skewScore&gt;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</p:txBody>
      </p:sp>
    </p:spTree>
  </p:cSld>
  <p:clrMapOvr>
    <a:masterClrMapping/>
  </p:clrMapOvr>
</p:sld>
</file>

<file path=ppt/slides/slide1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4" id="304"/>
          <p:cNvPicPr>
            <a:picLocks noChangeAspect="true"/>
          </p:cNvPicPr>
          <p:nvPr/>
        </p:nvPicPr>
        <p:blipFill>
          <a:blip r:embed="rId30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04" id="30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&lt;pageNumber&gt;135&lt;/pageNumber&gt;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leafNum="142"&gt;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&lt;skewAngle&gt;0.12&lt;/skewAngle&gt;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&lt;skewAngleDetect&gt;0.12&lt;/skewAngleDetect&gt;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&lt;skewScore&gt;5.31&lt;/skewScore&gt;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</p:txBody>
      </p:sp>
    </p:spTree>
  </p:cSld>
  <p:clrMapOvr>
    <a:masterClrMapping/>
  </p:clrMapOvr>
</p:sld>
</file>

<file path=ppt/slides/slide1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6" id="306"/>
          <p:cNvPicPr>
            <a:picLocks noChangeAspect="true"/>
          </p:cNvPicPr>
          <p:nvPr/>
        </p:nvPicPr>
        <p:blipFill>
          <a:blip r:embed="rId30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06" id="30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&lt;pageNumber&gt;136&lt;/pageNumber&gt;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leafNum="143"&gt;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&lt;skewAngle&gt;0.88&lt;/skewAngle&gt;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&lt;skewAngleDetect&gt;0.88&lt;/skewAngleDetect&gt;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&lt;skewScore&gt;6.06&lt;/skewScore&gt;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</p:txBody>
      </p:sp>
    </p:spTree>
  </p:cSld>
  <p:clrMapOvr>
    <a:masterClrMapping/>
  </p:clrMapOvr>
</p:sld>
</file>

<file path=ppt/slides/slide1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8" id="308"/>
          <p:cNvPicPr>
            <a:picLocks noChangeAspect="true"/>
          </p:cNvPicPr>
          <p:nvPr/>
        </p:nvPicPr>
        <p:blipFill>
          <a:blip r:embed="rId30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08" id="30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&lt;pageNumber&gt;137&lt;/pageNumber&gt;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leafNum="144"&gt;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&lt;skewAngle&gt;-0.30&lt;/skewAngle&gt;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&lt;skewAngleDetect&gt;-0.30&lt;/skewAngleDetect&gt;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&lt;skewScore&gt;4.90&lt;/skewScore&gt;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</p:txBody>
      </p:sp>
    </p:spTree>
  </p:cSld>
  <p:clrMapOvr>
    <a:masterClrMapping/>
  </p:clrMapOvr>
</p:sld>
</file>

<file path=ppt/slides/slide1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10" id="310"/>
          <p:cNvPicPr>
            <a:picLocks noChangeAspect="true"/>
          </p:cNvPicPr>
          <p:nvPr/>
        </p:nvPicPr>
        <p:blipFill>
          <a:blip r:embed="rId3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10" id="3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&lt;pageNumber&gt;138&lt;/pageNumber&gt;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leafNum="145"&gt;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&lt;skewAngle&gt;0.98&lt;/skewAngle&gt;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&lt;skewAngleDetect&gt;0.98&lt;/skewAngleDetect&gt;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&lt;skewScore&gt;5.31&lt;/skewScore&gt;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</p:txBody>
      </p:sp>
    </p:spTree>
  </p:cSld>
  <p:clrMapOvr>
    <a:masterClrMapping/>
  </p:clrMapOvr>
</p:sld>
</file>

<file path=ppt/slides/slide1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12" id="312"/>
          <p:cNvPicPr>
            <a:picLocks noChangeAspect="true"/>
          </p:cNvPicPr>
          <p:nvPr/>
        </p:nvPicPr>
        <p:blipFill>
          <a:blip r:embed="rId3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12" id="3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&lt;pageNumber&gt;139&lt;/pageNumber&gt;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leafNum="146"&gt;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&lt;skewAngle&gt;-0.59&lt;/skewAngle&gt;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&lt;skewAngleDetect&gt;-0.59&lt;/skewAngleDetect&gt;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&lt;skewScore&gt;5.57&lt;/skewScore&gt;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</p:txBody>
      </p:sp>
    </p:spTree>
  </p:cSld>
  <p:clrMapOvr>
    <a:masterClrMapping/>
  </p:clrMapOvr>
</p:sld>
</file>

<file path=ppt/slides/slide1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14" id="314"/>
          <p:cNvPicPr>
            <a:picLocks noChangeAspect="true"/>
          </p:cNvPicPr>
          <p:nvPr/>
        </p:nvPicPr>
        <p:blipFill>
          <a:blip r:embed="rId3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14" id="3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&lt;pageNumber&gt;140&lt;/pageNumber&gt;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leafNum="147"&gt;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&lt;skewAngle&gt;-0.41&lt;/skewAngle&gt;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&lt;skewAngleDetect&gt;-0.41&lt;/skewAngleDetect&gt;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&lt;skewScore&gt;4.80&lt;/skewScore&gt;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</p:txBody>
      </p:sp>
    </p:spTree>
  </p:cSld>
  <p:clrMapOvr>
    <a:masterClrMapping/>
  </p:clrMapOvr>
</p:sld>
</file>

<file path=ppt/slides/slide1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16" id="316"/>
          <p:cNvPicPr>
            <a:picLocks noChangeAspect="true"/>
          </p:cNvPicPr>
          <p:nvPr/>
        </p:nvPicPr>
        <p:blipFill>
          <a:blip r:embed="rId3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16" id="31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&lt;pageNumber&gt;141&lt;/pageNumber&gt;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leafNum="148"&gt;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&lt;skewAngle&gt;-0.12&lt;/skewAngle&gt;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&lt;skewAngleDetect&gt;-0.12&lt;/skewAngleDetect&gt;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&lt;skewScore&gt;6.23&lt;/skewScore&gt;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</p:txBody>
      </p:sp>
    </p:spTree>
  </p:cSld>
  <p:clrMapOvr>
    <a:masterClrMapping/>
  </p:clrMapOvr>
</p:sld>
</file>

<file path=ppt/slides/slide1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18" id="318"/>
          <p:cNvPicPr>
            <a:picLocks noChangeAspect="true"/>
          </p:cNvPicPr>
          <p:nvPr/>
        </p:nvPicPr>
        <p:blipFill>
          <a:blip r:embed="rId3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18" id="3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&lt;pageNumber&gt;142&lt;/pageNumber&gt;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leafNum="149"&gt;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&lt;skewScore&gt;5.46&lt;/skewScore&gt;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</p:txBody>
      </p:sp>
    </p:spTree>
  </p:cSld>
  <p:clrMapOvr>
    <a:masterClrMapping/>
  </p:clrMapOvr>
</p:sld>
</file>

<file path=ppt/slides/slide1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0" id="320"/>
          <p:cNvPicPr>
            <a:picLocks noChangeAspect="true"/>
          </p:cNvPicPr>
          <p:nvPr/>
        </p:nvPicPr>
        <p:blipFill>
          <a:blip r:embed="rId3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0" id="3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&lt;pageNumber&gt;143&lt;/pageNumber&gt;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leafNum="150"&gt;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&lt;skewAngle&gt;0.72&lt;/skewAngle&gt;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&lt;skewAngleDetect&gt;0.72&lt;/skewAngleDetect&gt;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&lt;skewScore&gt;5.23&lt;/skewScore&gt;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</p:txBody>
      </p:sp>
    </p:spTree>
  </p:cSld>
  <p:clrMapOvr>
    <a:masterClrMapping/>
  </p:clrMapOvr>
</p:sld>
</file>

<file path=ppt/slides/slide1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2" id="322"/>
          <p:cNvPicPr>
            <a:picLocks noChangeAspect="true"/>
          </p:cNvPicPr>
          <p:nvPr/>
        </p:nvPicPr>
        <p:blipFill>
          <a:blip r:embed="rId3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2" id="3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&lt;pageNumber&gt;144&lt;/pageNumber&gt;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leafNum="151"&gt;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&lt;skewAngle&gt;0.75&lt;/skewAngle&gt;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&lt;skewAngleDetect&gt;0.75&lt;/skewAngleDetect&gt;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&lt;skewScore&gt;5.75&lt;/skewScore&gt;</a:t>
            </a:r>
          </a:p>
        </p:txBody>
      </p:sp>
    </p:spTree>
  </p:cSld>
  <p:clrMapOvr>
    <a:masterClrMapping/>
  </p:clrMapOvr>
</p:sld>
</file>

<file path=ppt/slides/slide1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4" id="324"/>
          <p:cNvPicPr>
            <a:picLocks noChangeAspect="true"/>
          </p:cNvPicPr>
          <p:nvPr/>
        </p:nvPicPr>
        <p:blipFill>
          <a:blip r:embed="rId3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4" id="32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&lt;pageNumber&gt;145&lt;/pageNumber&gt;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leafNum="152"&gt;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&lt;skewAngle&gt;0.47&lt;/skewAngle&gt;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&lt;skewAngleDetect&gt;0.47&lt;/skewAngleDetect&gt;</a:t>
            </a:r>
          </a:p>
        </p:txBody>
      </p:sp>
    </p:spTree>
  </p:cSld>
  <p:clrMapOvr>
    <a:masterClrMapping/>
  </p:clrMapOvr>
</p:sld>
</file>

<file path=ppt/slides/slide1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6" id="326"/>
          <p:cNvPicPr>
            <a:picLocks noChangeAspect="true"/>
          </p:cNvPicPr>
          <p:nvPr/>
        </p:nvPicPr>
        <p:blipFill>
          <a:blip r:embed="rId3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6" id="32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&lt;skewScore&gt;5.64&lt;/skewScore&gt;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&lt;pageNumber&gt;146&lt;/pageNumber&gt;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leafNum="153"&gt;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&lt;skewAngle&gt;0.53&lt;/skewAngle&gt;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&lt;skewAngleDetect&gt;0.53&lt;/</a:t>
            </a:r>
          </a:p>
        </p:txBody>
      </p:sp>
    </p:spTree>
  </p:cSld>
  <p:clrMapOvr>
    <a:masterClrMapping/>
  </p:clrMapOvr>
</p:sld>
</file>

<file path=ppt/slides/slide1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8" id="328"/>
          <p:cNvPicPr>
            <a:picLocks noChangeAspect="true"/>
          </p:cNvPicPr>
          <p:nvPr/>
        </p:nvPicPr>
        <p:blipFill>
          <a:blip r:embed="rId3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8" id="32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&lt;skewScore&gt;5.23&lt;/skewScore&gt;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&lt;pageNumber&gt;147&lt;/pageNumber&gt;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leafNum="154"&gt;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</p:txBody>
      </p:sp>
    </p:spTree>
  </p:cSld>
  <p:clrMapOvr>
    <a:masterClrMapping/>
  </p:clrMapOvr>
</p:sld>
</file>

<file path=ppt/slides/slide1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30" id="330"/>
          <p:cNvPicPr>
            <a:picLocks noChangeAspect="true"/>
          </p:cNvPicPr>
          <p:nvPr/>
        </p:nvPicPr>
        <p:blipFill>
          <a:blip r:embed="rId33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30" id="33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&lt;skewScore&gt;5.16&lt;/skewScore&gt;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&lt;pageNumber&gt;148&lt;/pageNumber&gt;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leafNum="155"&gt;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</p:txBody>
      </p:sp>
    </p:spTree>
  </p:cSld>
  <p:clrMapOvr>
    <a:masterClrMapping/>
  </p:clrMapOvr>
</p:sld>
</file>

<file path=ppt/slides/slide1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32" id="332"/>
          <p:cNvPicPr>
            <a:picLocks noChangeAspect="true"/>
          </p:cNvPicPr>
          <p:nvPr/>
        </p:nvPicPr>
        <p:blipFill>
          <a:blip r:embed="rId33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32" id="33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&lt;skewAngle&gt;0.94&lt;/skewAngle&gt;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&lt;skewAngleDetect&gt;0.94&lt;/skewAngleDetect&gt;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&lt;skewScore&gt;4.41&lt;/skewScore&gt;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&lt;pageNumber&gt;149&lt;/pageNumber&gt;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leafNum="156"&gt;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</p:txBody>
      </p:sp>
    </p:spTree>
  </p:cSld>
  <p:clrMapOvr>
    <a:masterClrMapping/>
  </p:clrMapOvr>
</p:sld>
</file>

<file path=ppt/slides/slide1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34" id="334"/>
          <p:cNvPicPr>
            <a:picLocks noChangeAspect="true"/>
          </p:cNvPicPr>
          <p:nvPr/>
        </p:nvPicPr>
        <p:blipFill>
          <a:blip r:embed="rId33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34" id="33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&lt;skewAngle&gt;0.11&lt;/skewAngle&gt;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&lt;skewAngleDetect&gt;0.11&lt;/skewAngleDetect&gt;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&lt;skewScore&gt;6.00&lt;/skewScore&gt;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&lt;pageNumber&gt;150&lt;/pageNumber&gt;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leafNum="157"&gt;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</a:t>
            </a:r>
          </a:p>
        </p:txBody>
      </p:sp>
    </p:spTree>
  </p:cSld>
  <p:clrMapOvr>
    <a:masterClrMapping/>
  </p:clrMapOvr>
</p:sld>
</file>

<file path=ppt/slides/slide1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36" id="336"/>
          <p:cNvPicPr>
            <a:picLocks noChangeAspect="true"/>
          </p:cNvPicPr>
          <p:nvPr/>
        </p:nvPicPr>
        <p:blipFill>
          <a:blip r:embed="rId3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36" id="33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&lt;skewScore&gt;4.71&lt;/skewScore&gt;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&lt;pageNumber&gt;151&lt;/pageNumber&gt;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leafNum="158"&gt;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</p:txBody>
      </p:sp>
    </p:spTree>
  </p:cSld>
  <p:clrMapOvr>
    <a:masterClrMapping/>
  </p:clrMapOvr>
</p:sld>
</file>

<file path=ppt/slides/slide1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38" id="338"/>
          <p:cNvPicPr>
            <a:picLocks noChangeAspect="true"/>
          </p:cNvPicPr>
          <p:nvPr/>
        </p:nvPicPr>
        <p:blipFill>
          <a:blip r:embed="rId33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38" id="33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&lt;skewAngle&gt;-0.09&lt;/skewAngle&gt;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&lt;skewAngleDetect&gt;-0.09&lt;/skewAngleDetect&gt;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&lt;skewScore&gt;5.22&lt;/skewScore&gt;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&lt;pageNumber&gt;152&lt;/pageNumber&gt;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leafNum="159"&gt;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</p:txBody>
      </p:sp>
    </p:spTree>
  </p:cSld>
  <p:clrMapOvr>
    <a:masterClrMapping/>
  </p:clrMapOvr>
</p:sld>
</file>

<file path=ppt/slides/slide1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0" id="340"/>
          <p:cNvPicPr>
            <a:picLocks noChangeAspect="true"/>
          </p:cNvPicPr>
          <p:nvPr/>
        </p:nvPicPr>
        <p:blipFill>
          <a:blip r:embed="rId34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40" id="34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&lt;skewAngle&gt;1.03&lt;/skewAngle&gt;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&lt;skewAngleDetect&gt;1.03&lt;/skewAngleDetect&gt;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&lt;skewScore&gt;4.07&lt;/skewScore&gt;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&lt;pageNumber&gt;153&lt;/pageNumber&gt;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leafNum="160"&gt;</a:t>
            </a:r>
          </a:p>
        </p:txBody>
      </p:sp>
    </p:spTree>
  </p:cSld>
  <p:clrMapOvr>
    <a:masterClrMapping/>
  </p:clrMapOvr>
</p:sld>
</file>

<file path=ppt/slides/slide1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2" id="342"/>
          <p:cNvPicPr>
            <a:picLocks noChangeAspect="true"/>
          </p:cNvPicPr>
          <p:nvPr/>
        </p:nvPicPr>
        <p:blipFill>
          <a:blip r:embed="rId34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42" id="34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&lt;skewAngle&gt;0.11&lt;/skewAngle&gt;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&lt;skewAngleDetect&gt;0.11&lt;/skewAngleDetect&gt;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&lt;skewScore&gt;4.98&lt;/skewScore&gt;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&lt;pageNumber&gt;154&lt;/pageNumber&gt;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</p:txBody>
      </p:sp>
    </p:spTree>
  </p:cSld>
  <p:clrMapOvr>
    <a:masterClrMapping/>
  </p:clrMapOvr>
</p:sld>
</file>

<file path=ppt/slides/slide1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4" id="344"/>
          <p:cNvPicPr>
            <a:picLocks noChangeAspect="true"/>
          </p:cNvPicPr>
          <p:nvPr/>
        </p:nvPicPr>
        <p:blipFill>
          <a:blip r:embed="rId34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44" id="34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 leafNum="161"&gt;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&lt;skewAngle&gt;0.38&lt;/skewAngle&gt;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&lt;skewAngleDetect&gt;0.38&lt;/skewAngleDetect&gt;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&lt;skewScore&gt;5.36&lt;/skewScore&gt;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&lt;pageNumber&gt;155&lt;/pageNumber&gt;</a:t>
            </a:r>
          </a:p>
        </p:txBody>
      </p:sp>
    </p:spTree>
  </p:cSld>
  <p:clrMapOvr>
    <a:masterClrMapping/>
  </p:clrMapOvr>
</p:sld>
</file>

<file path=ppt/slides/slide1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6" id="346"/>
          <p:cNvPicPr>
            <a:picLocks noChangeAspect="true"/>
          </p:cNvPicPr>
          <p:nvPr/>
        </p:nvPicPr>
        <p:blipFill>
          <a:blip r:embed="rId34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46" id="34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leafNum="162"&gt;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&lt;skewAngle&gt;-0.27&lt;/skewAngle&gt;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&lt;skewAngleDetect&gt;-0.27&lt;/skewAngleDetect&gt;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&lt;skewScore&gt;4.00&lt;/skewScore&gt;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</p:txBody>
      </p:sp>
    </p:spTree>
  </p:cSld>
  <p:clrMapOvr>
    <a:masterClrMapping/>
  </p:clrMapOvr>
</p:sld>
</file>

<file path=ppt/slides/slide1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8" id="348"/>
          <p:cNvPicPr>
            <a:picLocks noChangeAspect="true"/>
          </p:cNvPicPr>
          <p:nvPr/>
        </p:nvPicPr>
        <p:blipFill>
          <a:blip r:embed="rId3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48" id="34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&lt;pageNumber&gt;156&lt;/pageNumber&gt;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leafNum="163"&gt;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&lt;skewAngle&gt;0.95&lt;/skewAngle&gt;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&lt;skewAngleDetect&gt;0.95&lt;/skewAngleDetect&gt;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&lt;skewScore&gt;5.03&lt;/skewScore&gt;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</p:txBody>
      </p:sp>
    </p:spTree>
  </p:cSld>
  <p:clrMapOvr>
    <a:masterClrMapping/>
  </p:clrMapOvr>
</p:sld>
</file>

<file path=ppt/slides/slide1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50" id="350"/>
          <p:cNvPicPr>
            <a:picLocks noChangeAspect="true"/>
          </p:cNvPicPr>
          <p:nvPr/>
        </p:nvPicPr>
        <p:blipFill>
          <a:blip r:embed="rId35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50" id="35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&lt;pageNumber&gt;157&lt;/pageNumber&gt;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leafNum="164"&gt;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&lt;skewAngle&gt;-0.12&lt;/skewAngle&gt;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&lt;skewAngleDetect&gt;-0.12&lt;/skewAngleDetect&gt;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&lt;skewScore&gt;5.04&lt;/skewScore&gt;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</p:txBody>
      </p:sp>
    </p:spTree>
  </p:cSld>
  <p:clrMapOvr>
    <a:masterClrMapping/>
  </p:clrMapOvr>
</p:sld>
</file>

<file path=ppt/slides/slide1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52" id="352"/>
          <p:cNvPicPr>
            <a:picLocks noChangeAspect="true"/>
          </p:cNvPicPr>
          <p:nvPr/>
        </p:nvPicPr>
        <p:blipFill>
          <a:blip r:embed="rId35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52" id="35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&lt;pageNumber&gt;158&lt;/pageNumber&gt;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leafNum="165"&gt;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&lt;skewAngle&gt;0.59&lt;/skewAngle&gt;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&lt;skewAngleDetect&gt;0.59&lt;/skewAngleDetect&gt;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&lt;skewScore&gt;4.81&lt;/skewScore&gt;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</p:txBody>
      </p:sp>
    </p:spTree>
  </p:cSld>
  <p:clrMapOvr>
    <a:masterClrMapping/>
  </p:clrMapOvr>
</p:sld>
</file>

<file path=ppt/slides/slide1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54" id="354"/>
          <p:cNvPicPr>
            <a:picLocks noChangeAspect="true"/>
          </p:cNvPicPr>
          <p:nvPr/>
        </p:nvPicPr>
        <p:blipFill>
          <a:blip r:embed="rId35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54" id="35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&lt;pageNumber&gt;159&lt;/pageNumber&gt;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leafNum="166"&gt;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&lt;skewAngle&gt;0.12&lt;/skewAngle&gt;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&lt;skewAngleDetect&gt;0.12&lt;/skewAngleDetect&gt;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&lt;skewScore&gt;5.29&lt;/skewScore&gt;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</p:txBody>
      </p:sp>
    </p:spTree>
  </p:cSld>
  <p:clrMapOvr>
    <a:masterClrMapping/>
  </p:clrMapOvr>
</p:sld>
</file>

<file path=ppt/slides/slide1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56" id="356"/>
          <p:cNvPicPr>
            <a:picLocks noChangeAspect="true"/>
          </p:cNvPicPr>
          <p:nvPr/>
        </p:nvPicPr>
        <p:blipFill>
          <a:blip r:embed="rId35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56" id="35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&lt;pageNumber&gt;160&lt;/pageNumber&gt;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leafNum="167"&gt;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&lt;skewAngle&gt;0.12&lt;/skewAngle&gt;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&lt;skewAngleDetect&gt;0.12&lt;/skewAngleDetect&gt;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&lt;skewScore&gt;5.67&lt;/skewScore&gt;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</p:txBody>
      </p:sp>
    </p:spTree>
  </p:cSld>
  <p:clrMapOvr>
    <a:masterClrMapping/>
  </p:clrMapOvr>
</p:sld>
</file>

<file path=ppt/slides/slide1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58" id="358"/>
          <p:cNvPicPr>
            <a:picLocks noChangeAspect="true"/>
          </p:cNvPicPr>
          <p:nvPr/>
        </p:nvPicPr>
        <p:blipFill>
          <a:blip r:embed="rId35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58" id="35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&lt;pageNumber&gt;161&lt;/pageNumber&gt;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leafNum="168"&gt;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&lt;skewAngle&gt;0.86&lt;/skewAngle&gt;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&lt;skewAngleDetect&gt;0.86&lt;/skewAngleDetect&gt;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&lt;skewScore&gt;6.14&lt;/skewScore&gt;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</p:txBody>
      </p:sp>
    </p:spTree>
  </p:cSld>
  <p:clrMapOvr>
    <a:masterClrMapping/>
  </p:clrMapOvr>
</p:sld>
</file>

<file path=ppt/slides/slide1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0" id="360"/>
          <p:cNvPicPr>
            <a:picLocks noChangeAspect="true"/>
          </p:cNvPicPr>
          <p:nvPr/>
        </p:nvPicPr>
        <p:blipFill>
          <a:blip r:embed="rId36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0" id="36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&lt;pageNumber&gt;162&lt;/pageNumber&gt;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leafNum="169"&gt;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&lt;skewAngle&gt;0.44&lt;/skewAngle&gt;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&lt;skewAngleDetect&gt;0.44&lt;/skewAngleDetect&gt;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&lt;skewScore&gt;5.71&lt;/skewScore&gt;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</p:txBody>
      </p:sp>
    </p:spTree>
  </p:cSld>
  <p:clrMapOvr>
    <a:masterClrMapping/>
  </p:clrMapOvr>
</p:sld>
</file>

<file path=ppt/slides/slide1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2" id="362"/>
          <p:cNvPicPr>
            <a:picLocks noChangeAspect="true"/>
          </p:cNvPicPr>
          <p:nvPr/>
        </p:nvPicPr>
        <p:blipFill>
          <a:blip r:embed="rId36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2" id="36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&lt;pageNumber&gt;163&lt;/pageNumber&gt;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leafNum="170"&gt;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&lt;skewScore&gt;5.09&lt;/skewScore&gt;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</p:txBody>
      </p:sp>
    </p:spTree>
  </p:cSld>
  <p:clrMapOvr>
    <a:masterClrMapping/>
  </p:clrMapOvr>
</p:sld>
</file>

<file path=ppt/slides/slide1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4" id="364"/>
          <p:cNvPicPr>
            <a:picLocks noChangeAspect="true"/>
          </p:cNvPicPr>
          <p:nvPr/>
        </p:nvPicPr>
        <p:blipFill>
          <a:blip r:embed="rId36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4" id="36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&lt;pageNumber&gt;164&lt;/pageNumber&gt;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leafNum="171"&gt;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&lt;skewAngle&gt;0.44&lt;/skewAngle&gt;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&lt;skewAngleDetect&gt;0.44&lt;/skewAngleDetect&gt;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&lt;skewScore&gt;5.54&lt;/skewScore&gt;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</p:txBody>
      </p:sp>
    </p:spTree>
  </p:cSld>
  <p:clrMapOvr>
    <a:masterClrMapping/>
  </p:clrMapOvr>
</p:sld>
</file>

<file path=ppt/slides/slide1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6" id="366"/>
          <p:cNvPicPr>
            <a:picLocks noChangeAspect="true"/>
          </p:cNvPicPr>
          <p:nvPr/>
        </p:nvPicPr>
        <p:blipFill>
          <a:blip r:embed="rId36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6" id="36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&lt;pageNumber&gt;165&lt;/pageNumber&gt;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leafNum="172"&gt;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&lt;skewAngle&gt;-0.11&lt;/skewAngle&gt;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&lt;skewAngleDetect&gt;-0.11&lt;/skewAngleDetect&gt;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&lt;skewScore&gt;5.76&lt;/skewScore&gt;</a:t>
            </a:r>
          </a:p>
        </p:txBody>
      </p:sp>
    </p:spTree>
  </p:cSld>
  <p:clrMapOvr>
    <a:masterClrMapping/>
  </p:clrMapOvr>
</p:sld>
</file>

<file path=ppt/slides/slide1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8" id="368"/>
          <p:cNvPicPr>
            <a:picLocks noChangeAspect="true"/>
          </p:cNvPicPr>
          <p:nvPr/>
        </p:nvPicPr>
        <p:blipFill>
          <a:blip r:embed="rId36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8" id="36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&lt;pageNumber&gt;166&lt;/pageNumber&gt;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leafNum="173"&gt;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&lt;skewAngle&gt;0.55&lt;/skewAngle&gt;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&lt;skewAngleDetect&gt;0.55&lt;/skewAngleDetect&gt;</a:t>
            </a:r>
          </a:p>
        </p:txBody>
      </p:sp>
    </p:spTree>
  </p:cSld>
  <p:clrMapOvr>
    <a:masterClrMapping/>
  </p:clrMapOvr>
</p:sld>
</file>

<file path=ppt/slides/slide1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70" id="370"/>
          <p:cNvPicPr>
            <a:picLocks noChangeAspect="true"/>
          </p:cNvPicPr>
          <p:nvPr/>
        </p:nvPicPr>
        <p:blipFill>
          <a:blip r:embed="rId37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70" id="37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&lt;skewScore&gt;6.66&lt;/skewScore&gt;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&lt;pageNumber&gt;167&lt;/pageNumber&gt;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leafNum="174"&gt;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&lt;skewAngle&gt;-0.11&lt;/skewAngle&gt;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&lt;skewAngleDetect&gt;-0.11&lt;/</a:t>
            </a:r>
          </a:p>
        </p:txBody>
      </p:sp>
    </p:spTree>
  </p:cSld>
  <p:clrMapOvr>
    <a:masterClrMapping/>
  </p:clrMapOvr>
</p:sld>
</file>

<file path=ppt/slides/slide1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72" id="372"/>
          <p:cNvPicPr>
            <a:picLocks noChangeAspect="true"/>
          </p:cNvPicPr>
          <p:nvPr/>
        </p:nvPicPr>
        <p:blipFill>
          <a:blip r:embed="rId37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72" id="37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&lt;skewScore&gt;5.57&lt;/skewScore&gt;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&lt;pageNumber&gt;168&lt;/pageNumber&gt;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leafNum="175"&gt;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</p:txBody>
      </p:sp>
    </p:spTree>
  </p:cSld>
  <p:clrMapOvr>
    <a:masterClrMapping/>
  </p:clrMapOvr>
</p:sld>
</file>

<file path=ppt/slides/slide1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74" id="374"/>
          <p:cNvPicPr>
            <a:picLocks noChangeAspect="true"/>
          </p:cNvPicPr>
          <p:nvPr/>
        </p:nvPicPr>
        <p:blipFill>
          <a:blip r:embed="rId37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74" id="37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&lt;skewScore&gt;5.83&lt;/skewScore&gt;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&lt;pageNumber&gt;169&lt;/pageNumber&gt;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leafNum="176"&gt;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</p:txBody>
      </p:sp>
    </p:spTree>
  </p:cSld>
  <p:clrMapOvr>
    <a:masterClrMapping/>
  </p:clrMapOvr>
</p:sld>
</file>

<file path=ppt/slides/slide1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76" id="376"/>
          <p:cNvPicPr>
            <a:picLocks noChangeAspect="true"/>
          </p:cNvPicPr>
          <p:nvPr/>
        </p:nvPicPr>
        <p:blipFill>
          <a:blip r:embed="rId37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76" id="37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&lt;skewAngle&gt;0.25&lt;/skewAngle&gt;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&lt;skewAngleDetect&gt;0.25&lt;/skewAngleDetect&gt;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&lt;skewScore&gt;5.62&lt;/skewScore&gt;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&lt;pageNumber&gt;170&lt;/pageNumber&gt;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leafNum="177"&gt;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</p:txBody>
      </p:sp>
    </p:spTree>
  </p:cSld>
  <p:clrMapOvr>
    <a:masterClrMapping/>
  </p:clrMapOvr>
</p:sld>
</file>

<file path=ppt/slides/slide1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78" id="378"/>
          <p:cNvPicPr>
            <a:picLocks noChangeAspect="true"/>
          </p:cNvPicPr>
          <p:nvPr/>
        </p:nvPicPr>
        <p:blipFill>
          <a:blip r:embed="rId37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78" id="37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&lt;skewAngle&gt;0.55&lt;/skewAngle&gt;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&lt;skewAngleDetect&gt;0.55&lt;/skewAngleDetect&gt;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&lt;skewScore&gt;6.01&lt;/skewScore&gt;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&lt;pageNumber&gt;171&lt;/pageNumber&gt;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leafNum="178"&gt;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</a:t>
            </a:r>
          </a:p>
        </p:txBody>
      </p:sp>
    </p:spTree>
  </p:cSld>
  <p:clrMapOvr>
    <a:masterClrMapping/>
  </p:clrMapOvr>
</p:sld>
</file>

<file path=ppt/slides/slide18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80" id="380"/>
          <p:cNvPicPr>
            <a:picLocks noChangeAspect="true"/>
          </p:cNvPicPr>
          <p:nvPr/>
        </p:nvPicPr>
        <p:blipFill>
          <a:blip r:embed="rId38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80" id="38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&lt;skewAngle&gt;0.20&lt;/skewAngle&gt;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&lt;skewAngleDetect&gt;0.20&lt;/skewAngleDetect&gt;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&lt;skewScore&gt;5.77&lt;/skewScore&gt;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&lt;pageNumber&gt;172&lt;/pageNumber&gt;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leafNum="179"&gt;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</p:txBody>
      </p:sp>
    </p:spTree>
  </p:cSld>
  <p:clrMapOvr>
    <a:masterClrMapping/>
  </p:clrMapOvr>
</p:sld>
</file>

<file path=ppt/slides/slide19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82" id="382"/>
          <p:cNvPicPr>
            <a:picLocks noChangeAspect="true"/>
          </p:cNvPicPr>
          <p:nvPr/>
        </p:nvPicPr>
        <p:blipFill>
          <a:blip r:embed="rId38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82" id="38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&lt;skewAngle&gt;0.16&lt;/skewAngle&gt;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&lt;skewAngleDetect&gt;0.16&lt;/skewAngleDetect&gt;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&lt;skewScore&gt;5.46&lt;/skewScore&gt;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&lt;pageNumber&gt;173&lt;/pageNumber&gt;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leafNum="180"&gt;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</p:txBody>
      </p:sp>
    </p:spTree>
  </p:cSld>
  <p:clrMapOvr>
    <a:masterClrMapping/>
  </p:clrMapOvr>
</p:sld>
</file>

<file path=ppt/slides/slide19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84" id="384"/>
          <p:cNvPicPr>
            <a:picLocks noChangeAspect="true"/>
          </p:cNvPicPr>
          <p:nvPr/>
        </p:nvPicPr>
        <p:blipFill>
          <a:blip r:embed="rId38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84" id="38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&lt;skewAngle&gt;0.23&lt;/skewAngle&gt;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&lt;skewAngleDetect&gt;0.23&lt;/skewAngleDetect&gt;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&lt;skewScore&gt;5.18&lt;/skewScore&gt;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&lt;pageNumber&gt;174&lt;/pageNumber&gt;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leafNum="181"&gt;</a:t>
            </a:r>
          </a:p>
        </p:txBody>
      </p:sp>
    </p:spTree>
  </p:cSld>
  <p:clrMapOvr>
    <a:masterClrMapping/>
  </p:clrMapOvr>
</p:sld>
</file>

<file path=ppt/slides/slide19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86" id="386"/>
          <p:cNvPicPr>
            <a:picLocks noChangeAspect="true"/>
          </p:cNvPicPr>
          <p:nvPr/>
        </p:nvPicPr>
        <p:blipFill>
          <a:blip r:embed="rId38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86" id="38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&lt;skewAngle&gt;0.42&lt;/skewAngle&gt;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&lt;skewAngleDetect&gt;0.42&lt;/skewAngleDetect&gt;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&lt;skewScore&gt;5.28&lt;/skewScore&gt;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&lt;pageNumber&gt;175&lt;/pageNumber&gt;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</p:txBody>
      </p:sp>
    </p:spTree>
  </p:cSld>
  <p:clrMapOvr>
    <a:masterClrMapping/>
  </p:clrMapOvr>
</p:sld>
</file>

<file path=ppt/slides/slide19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88" id="388"/>
          <p:cNvPicPr>
            <a:picLocks noChangeAspect="true"/>
          </p:cNvPicPr>
          <p:nvPr/>
        </p:nvPicPr>
        <p:blipFill>
          <a:blip r:embed="rId38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88" id="38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 leafNum="182"&gt;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&lt;skewAngle&gt;-0.25&lt;/skewAngle&gt;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&lt;skewAngleDetect&gt;-0.25&lt;/skewAngleDetect&gt;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&lt;skewScore&gt;5.56&lt;/skewScore&gt;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&lt;pageNumber&gt;176&lt;/pageNumber&gt;</a:t>
            </a:r>
          </a:p>
        </p:txBody>
      </p:sp>
    </p:spTree>
  </p:cSld>
  <p:clrMapOvr>
    <a:masterClrMapping/>
  </p:clrMapOvr>
</p:sld>
</file>

<file path=ppt/slides/slide19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90" id="390"/>
          <p:cNvPicPr>
            <a:picLocks noChangeAspect="true"/>
          </p:cNvPicPr>
          <p:nvPr/>
        </p:nvPicPr>
        <p:blipFill>
          <a:blip r:embed="rId39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90" id="39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leafNum="183"&gt;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&lt;skewAngle&gt;-0.08&lt;/skewAngle&gt;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&lt;skewAngleDetect&gt;-0.08&lt;/skewAngleDetect&gt;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&lt;skewScore&gt;6.35&lt;/skewScore&gt;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</p:txBody>
      </p:sp>
    </p:spTree>
  </p:cSld>
  <p:clrMapOvr>
    <a:masterClrMapping/>
  </p:clrMapOvr>
</p:sld>
</file>

<file path=ppt/slides/slide1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92" id="392"/>
          <p:cNvPicPr>
            <a:picLocks noChangeAspect="true"/>
          </p:cNvPicPr>
          <p:nvPr/>
        </p:nvPicPr>
        <p:blipFill>
          <a:blip r:embed="rId39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92" id="39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&lt;pageNumber&gt;177&lt;/pageNumber&gt;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leafNum="184"&gt;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&lt;skewAngle&gt;0.12&lt;/skewAngle&gt;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&lt;skewAngleDetect&gt;0.12&lt;/skewAngleDetect&gt;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&lt;skewScore&gt;5.19&lt;/skewScore&gt;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</p:txBody>
      </p:sp>
    </p:spTree>
  </p:cSld>
  <p:clrMapOvr>
    <a:masterClrMapping/>
  </p:clrMapOvr>
</p:sld>
</file>

<file path=ppt/slides/slide1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94" id="394"/>
          <p:cNvPicPr>
            <a:picLocks noChangeAspect="true"/>
          </p:cNvPicPr>
          <p:nvPr/>
        </p:nvPicPr>
        <p:blipFill>
          <a:blip r:embed="rId39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94" id="39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&lt;pageNumber&gt;178&lt;/pageNumber&gt;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leafNum="185"&gt;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&lt;skewAngle&gt;0.44&lt;/skewAngle&gt;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&lt;skewAngleDetect&gt;0.44&lt;/skewAngleDetect&gt;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&lt;skewScore&gt;5.03&lt;/skewScore&gt;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</p:txBody>
      </p:sp>
    </p:spTree>
  </p:cSld>
  <p:clrMapOvr>
    <a:masterClrMapping/>
  </p:clrMapOvr>
</p:sld>
</file>

<file path=ppt/slides/slide1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96" id="396"/>
          <p:cNvPicPr>
            <a:picLocks noChangeAspect="true"/>
          </p:cNvPicPr>
          <p:nvPr/>
        </p:nvPicPr>
        <p:blipFill>
          <a:blip r:embed="rId39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96" id="39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&lt;pageNumber&gt;179&lt;/pageNumber&gt;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leafNum="186"&gt;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&lt;skewAngle&gt;-0.53&lt;/skewAngle&gt;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&lt;skewAngleDetect&gt;-0.53&lt;/skewAngleDetect&gt;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&lt;skewScore&gt;5.89&lt;/skewScore&gt;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</p:txBody>
      </p:sp>
    </p:spTree>
  </p:cSld>
  <p:clrMapOvr>
    <a:masterClrMapping/>
  </p:clrMapOvr>
</p:sld>
</file>

<file path=ppt/slides/slide1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98" id="398"/>
          <p:cNvPicPr>
            <a:picLocks noChangeAspect="true"/>
          </p:cNvPicPr>
          <p:nvPr/>
        </p:nvPicPr>
        <p:blipFill>
          <a:blip r:embed="rId39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98" id="39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&lt;pageNumber&gt;180&lt;/pageNumber&gt;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leafNum="187"&gt;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&lt;skewAngle&gt;1.23&lt;/skewAngle&gt;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&lt;skewAngleDetect&gt;1.23&lt;/skewAngleDetect&gt;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&lt;skewScore&gt;5.63&lt;/skewScore&gt;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</p:txBody>
      </p:sp>
    </p:spTree>
  </p:cSld>
  <p:clrMapOvr>
    <a:masterClrMapping/>
  </p:clrMapOvr>
</p:sld>
</file>

<file path=ppt/slides/slide1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00" id="400"/>
          <p:cNvPicPr>
            <a:picLocks noChangeAspect="true"/>
          </p:cNvPicPr>
          <p:nvPr/>
        </p:nvPicPr>
        <p:blipFill>
          <a:blip r:embed="rId40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00" id="40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&lt;pageNumber&gt;181&lt;/pageNumber&gt;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leafNum="188"&gt;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&lt;skewAngle&gt;-0.56&lt;/skewAngle&gt;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&lt;skewAngleDetect&gt;-0.56&lt;/skewAngleDetect&gt;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&lt;skewScore&gt;6.28&lt;/skewScore&gt;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</p:txBody>
      </p:sp>
    </p:spTree>
  </p:cSld>
  <p:clrMapOvr>
    <a:masterClrMapping/>
  </p:clrMapOvr>
</p:sld>
</file>

<file path=ppt/slides/slide20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02" id="402"/>
          <p:cNvPicPr>
            <a:picLocks noChangeAspect="true"/>
          </p:cNvPicPr>
          <p:nvPr/>
        </p:nvPicPr>
        <p:blipFill>
          <a:blip r:embed="rId40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02" id="40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&lt;pageNumber&gt;182&lt;/pageNumber&gt;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leafNum="189"&gt;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&lt;skewAngle&gt;0.44&lt;/skewAngle&gt;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&lt;skewAngleDetect&gt;0.44&lt;/skewAngleDetect&gt;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&lt;skewScore&gt;5.27&lt;/skewScore&gt;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</p:txBody>
      </p:sp>
    </p:spTree>
  </p:cSld>
  <p:clrMapOvr>
    <a:masterClrMapping/>
  </p:clrMapOvr>
</p:sld>
</file>

<file path=ppt/slides/slide20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04" id="404"/>
          <p:cNvPicPr>
            <a:picLocks noChangeAspect="true"/>
          </p:cNvPicPr>
          <p:nvPr/>
        </p:nvPicPr>
        <p:blipFill>
          <a:blip r:embed="rId40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04" id="40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&lt;pageNumber&gt;183&lt;/pageNumber&gt;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leafNum="190"&gt;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&lt;skewAngle&gt;-0.27&lt;/skewAngle&gt;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&lt;skewAngleDetect&gt;-0.27&lt;/skewAngleDetect&gt;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&lt;skewScore&gt;5.83&lt;/skewScore&gt;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</p:txBody>
      </p:sp>
    </p:spTree>
  </p:cSld>
  <p:clrMapOvr>
    <a:masterClrMapping/>
  </p:clrMapOvr>
</p:sld>
</file>

<file path=ppt/slides/slide20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06" id="406"/>
          <p:cNvPicPr>
            <a:picLocks noChangeAspect="true"/>
          </p:cNvPicPr>
          <p:nvPr/>
        </p:nvPicPr>
        <p:blipFill>
          <a:blip r:embed="rId40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06" id="40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&lt;pageNumber&gt;184&lt;/pageNumber&gt;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leafNum="191"&gt;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&lt;skewAngle&gt;0.39&lt;/skewAngle&gt;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&lt;skewAngleDetect&gt;0.39&lt;/skewAngleDetect&gt;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&lt;skewScore&gt;5.38&lt;/skewScore&gt;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</p:txBody>
      </p:sp>
    </p:spTree>
  </p:cSld>
  <p:clrMapOvr>
    <a:masterClrMapping/>
  </p:clrMapOvr>
</p:sld>
</file>

<file path=ppt/slides/slide20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08" id="408"/>
          <p:cNvPicPr>
            <a:picLocks noChangeAspect="true"/>
          </p:cNvPicPr>
          <p:nvPr/>
        </p:nvPicPr>
        <p:blipFill>
          <a:blip r:embed="rId40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08" id="40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&lt;pageNumber&gt;185&lt;/pageNumber&gt;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leafNum="192"&gt;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&lt;skewAngle&gt;-0.09&lt;/skewAngle&gt;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&lt;skewAngleDetect&gt;-0.09&lt;/skewAngleDetect&gt;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&lt;skewScore&gt;4.61&lt;/skewScore&gt;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</p:txBody>
      </p:sp>
    </p:spTree>
  </p:cSld>
  <p:clrMapOvr>
    <a:masterClrMapping/>
  </p:clrMapOvr>
</p:sld>
</file>

<file path=ppt/slides/slide20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10" id="410"/>
          <p:cNvPicPr>
            <a:picLocks noChangeAspect="true"/>
          </p:cNvPicPr>
          <p:nvPr/>
        </p:nvPicPr>
        <p:blipFill>
          <a:blip r:embed="rId4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10" id="4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&lt;x&gt;426&lt;/x&gt;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&lt;y&gt;723&lt;/y&gt;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&lt;pageNumber&gt;186&lt;/pageNumber&gt;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leafNum="193"&gt;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&lt;skewAngle&gt;0.41&lt;/skewAngle&gt;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&lt;skewAngleDetect&gt;0.41&lt;/skewAngleDetect&gt;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&lt;skewScore&gt;5.42&lt;/skewScore&gt;</a:t>
            </a:r>
          </a:p>
        </p:txBody>
      </p:sp>
    </p:spTree>
  </p:cSld>
  <p:clrMapOvr>
    <a:masterClrMapping/>
  </p:clrMapOvr>
</p:sld>
</file>

<file path=ppt/slides/slide20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12" id="412"/>
          <p:cNvPicPr>
            <a:picLocks noChangeAspect="true"/>
          </p:cNvPicPr>
          <p:nvPr/>
        </p:nvPicPr>
        <p:blipFill>
          <a:blip r:embed="rId4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12" id="4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&lt;y&gt;628&lt;/y&gt;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&lt;pageNumber&gt;187&lt;/pageNumber&gt;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leafNum="194"&gt;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&lt;skewAngle&gt;0.12&lt;/skewAngle&gt;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&lt;skewAngleDetect&gt;0.12&lt;/skewAngleDetect&gt;</a:t>
            </a:r>
          </a:p>
        </p:txBody>
      </p:sp>
    </p:spTree>
  </p:cSld>
  <p:clrMapOvr>
    <a:masterClrMapping/>
  </p:clrMapOvr>
</p:sld>
</file>

<file path=ppt/slides/slide20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14" id="414"/>
          <p:cNvPicPr>
            <a:picLocks noChangeAspect="true"/>
          </p:cNvPicPr>
          <p:nvPr/>
        </p:nvPicPr>
        <p:blipFill>
          <a:blip r:embed="rId4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14" id="4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&lt;skewScore&gt;4.76&lt;/skewScore&gt;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&lt;x&gt;421&lt;/x&gt;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&lt;y&gt;420&lt;/y&gt;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&lt;pageNumber&gt;188&lt;/pageNumber&gt;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leafNum="195"&gt;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&lt;skewAngle&gt;-1.70&lt;/skewAngle&gt;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&lt;skewAngleDetect&gt;-1.70&lt;/</a:t>
            </a:r>
          </a:p>
        </p:txBody>
      </p:sp>
    </p:spTree>
  </p:cSld>
  <p:clrMapOvr>
    <a:masterClrMapping/>
  </p:clrMapOvr>
</p:sld>
</file>

<file path=ppt/slides/slide20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16" id="416"/>
          <p:cNvPicPr>
            <a:picLocks noChangeAspect="true"/>
          </p:cNvPicPr>
          <p:nvPr/>
        </p:nvPicPr>
        <p:blipFill>
          <a:blip r:embed="rId4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16" id="41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&lt;skewScore&gt;0.00&lt;/skewScore&gt;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&lt;skewActive&gt;false&lt;/skewActive&gt;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leafNum="196"&gt;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&lt;skewAngle&gt;-4.52&lt;/skewAngle&gt;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&lt;skewAngleDetect&gt;-4.52&lt;/</a:t>
            </a:r>
          </a:p>
        </p:txBody>
      </p:sp>
    </p:spTree>
  </p:cSld>
  <p:clrMapOvr>
    <a:masterClrMapping/>
  </p:clrMapOvr>
</p:sld>
</file>

<file path=ppt/slides/slide20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18" id="418"/>
          <p:cNvPicPr>
            <a:picLocks noChangeAspect="true"/>
          </p:cNvPicPr>
          <p:nvPr/>
        </p:nvPicPr>
        <p:blipFill>
          <a:blip r:embed="rId4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18" id="4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&lt;skewScore&gt;0.00&lt;/skewScore&gt;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&lt;skewActive&gt;false&lt;/skewActive&gt;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leafNum="197"&gt;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&lt;skewAngle&gt;-4.41&lt;/skewAngle&gt;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&lt;skewAngleDetect&gt;-4.41&lt;/</a:t>
            </a:r>
          </a:p>
        </p:txBody>
      </p:sp>
    </p:spTree>
  </p:cSld>
  <p:clrMapOvr>
    <a:masterClrMapping/>
  </p:clrMapOvr>
</p:sld>
</file>

<file path=ppt/slides/slide20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20" id="420"/>
          <p:cNvPicPr>
            <a:picLocks noChangeAspect="true"/>
          </p:cNvPicPr>
          <p:nvPr/>
        </p:nvPicPr>
        <p:blipFill>
          <a:blip r:embed="rId4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20" id="4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&lt;skewScore&gt;0.00&lt;/skewScore&gt;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&lt;skewActive&gt;false&lt;/skewActive&gt;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leafNum="198"&gt;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&lt;skewAngle&gt;-2.52&lt;/skewAngle&gt;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&lt;skewAngleDetect&gt;-2.52&lt;/</a:t>
            </a:r>
          </a:p>
        </p:txBody>
      </p:sp>
    </p:spTree>
  </p:cSld>
  <p:clrMapOvr>
    <a:masterClrMapping/>
  </p:clrMapOvr>
</p:sld>
</file>

<file path=ppt/slides/slide2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22" id="422"/>
          <p:cNvPicPr>
            <a:picLocks noChangeAspect="true"/>
          </p:cNvPicPr>
          <p:nvPr/>
        </p:nvPicPr>
        <p:blipFill>
          <a:blip r:embed="rId4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22" id="4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&lt;skewScore&gt;0.00&lt;/skewScore&gt;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&lt;skewActive&gt;false&lt;/skewActive&gt;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&lt;x&gt;338&lt;/x&gt;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&lt;y&gt;462&lt;/y&gt;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leafNum="199"&gt;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&lt;skewAngle&gt;0.00&lt;/skewAngle&gt;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&lt;skewAngleDetect&gt;0.00&lt;/</a:t>
            </a:r>
          </a:p>
        </p:txBody>
      </p:sp>
    </p:spTree>
  </p:cSld>
  <p:clrMapOvr>
    <a:masterClrMapping/>
  </p:clrMapOvr>
</p:sld>
</file>

<file path=ppt/slides/slide2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24" id="424"/>
          <p:cNvPicPr>
            <a:picLocks noChangeAspect="true"/>
          </p:cNvPicPr>
          <p:nvPr/>
        </p:nvPicPr>
        <p:blipFill>
          <a:blip r:embed="rId4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24" id="42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&lt;skewScore&gt;0.00&lt;/skewScore&gt;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&lt;skewActive&gt;false&lt;/skewActive&gt;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leafNum="200"&gt;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&lt;skewAngle&gt;0.16&lt;/skewAngle&gt;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&lt;skewAngleDetect&gt;0.16&lt;/</a:t>
            </a:r>
          </a:p>
        </p:txBody>
      </p:sp>
    </p:spTree>
  </p:cSld>
  <p:clrMapOvr>
    <a:masterClrMapping/>
  </p:clrMapOvr>
</p:sld>
</file>

<file path=ppt/slides/slide2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26" id="426"/>
          <p:cNvPicPr>
            <a:picLocks noChangeAspect="true"/>
          </p:cNvPicPr>
          <p:nvPr/>
        </p:nvPicPr>
        <p:blipFill>
          <a:blip r:embed="rId4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26" id="42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&lt;skewScore&gt;7.46&lt;/skewScore&gt;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&lt;x&gt;421&lt;/x&gt;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&lt;y&gt;426&lt;/y&gt;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leafNum="201"&gt;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&lt;pageType&gt;Normal&lt;/pageType&gt;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&lt;skewAngle&gt;-2.84&lt;/skewAngle&gt;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&lt;skewAngleDetect&gt;-2.84&lt;/</a:t>
            </a:r>
          </a:p>
        </p:txBody>
      </p:sp>
    </p:spTree>
  </p:cSld>
  <p:clrMapOvr>
    <a:masterClrMapping/>
  </p:clrMapOvr>
</p:sld>
</file>

<file path=ppt/slides/slide2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28" id="428"/>
          <p:cNvPicPr>
            <a:picLocks noChangeAspect="true"/>
          </p:cNvPicPr>
          <p:nvPr/>
        </p:nvPicPr>
        <p:blipFill>
          <a:blip r:embed="rId4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28" id="42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&lt;skewScore&gt;0.00&lt;/skewScore&gt;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&lt;skewActive&gt;false&lt;/skewActive&gt;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leafNum="202"&gt;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&lt;pageType&gt;Cover&lt;/pageType&gt;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&lt;addToAccessFormats&gt;true&lt;/addToAccessFormats&gt;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&lt;skewAngle&gt;0.91&lt;/skewAngle&gt;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&lt;skewAngleDetect&gt;-0.38&lt;/</a:t>
            </a:r>
          </a:p>
        </p:txBody>
      </p:sp>
    </p:spTree>
  </p:cSld>
  <p:clrMapOvr>
    <a:masterClrMapping/>
  </p:clrMapOvr>
</p:sld>
</file>

<file path=ppt/slides/slide2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30" id="430"/>
          <p:cNvPicPr>
            <a:picLocks noChangeAspect="true"/>
          </p:cNvPicPr>
          <p:nvPr/>
        </p:nvPicPr>
        <p:blipFill>
          <a:blip r:embed="rId43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30" id="43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&lt;skewScore&gt;1.99&lt;/skewScore&gt;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&lt;x&gt;369&lt;/x&gt;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&lt;y&gt;296&lt;/y&gt;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&lt;w&gt;2398&lt;/w&gt;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&lt;h&gt;3731&lt;/h&gt;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&lt;clothCover&gt;false&lt;/clothCover&gt;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leafNum="203"&gt;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&lt;pageType&gt;Delete&lt;/pageType&gt;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&lt;addToAccessFormats&gt;false&lt;/addToAccessFormats&gt;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&lt;skewAngle&gt;0.00&lt;/skewAngle&gt;</a:t>
            </a:r>
          </a:p>
        </p:txBody>
      </p:sp>
    </p:spTree>
  </p:cSld>
  <p:clrMapOvr>
    <a:masterClrMapping/>
  </p:clrMapOvr>
</p:sld>
</file>

<file path=ppt/slides/slide2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32" id="432"/>
          <p:cNvPicPr>
            <a:picLocks noChangeAspect="true"/>
          </p:cNvPicPr>
          <p:nvPr/>
        </p:nvPicPr>
        <p:blipFill>
          <a:blip r:embed="rId43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32" id="43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&lt;skewAngleDetect&gt;0.00&lt;/skewAngleDetect&gt;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&lt;skewScore&gt;-1.00&lt;/skewScore&gt;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&lt;skewActive&gt;false&lt;/skewActive&gt;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leafNum="204"&gt;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&lt;pageType&gt;Color Card&lt;/pageType&gt;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&lt;addToAccessFormats&gt;false&lt;/addToAccessFormats&gt;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&lt;skewAngle&gt;0.95&lt;/skewAngle&gt;</a:t>
            </a:r>
          </a:p>
        </p:txBody>
      </p:sp>
    </p:spTree>
  </p:cSld>
  <p:clrMapOvr>
    <a:masterClrMapping/>
  </p:clrMapOvr>
</p:sld>
</file>

<file path=ppt/slides/slide2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34" id="434"/>
          <p:cNvPicPr>
            <a:picLocks noChangeAspect="true"/>
          </p:cNvPicPr>
          <p:nvPr/>
        </p:nvPicPr>
        <p:blipFill>
          <a:blip r:embed="rId43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34" id="43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&lt;skewAngleDetect&gt;0.95&lt;/skewAngleDetect&gt;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&lt;skewScore&gt;2.22&lt;/skewScore&gt;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&lt;x&gt;639&lt;/x&gt;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&lt;y&gt;374&lt;/y&gt;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leafNum="205"&gt;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&lt;pageType&gt;Color Card&lt;/pageType&gt;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&lt;addToAccessFormats&gt;false&lt;/addToAccessFormats&gt;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&lt;skewAngle&gt;1.09&lt;/skewAngle&gt;</a:t>
            </a:r>
          </a:p>
        </p:txBody>
      </p:sp>
    </p:spTree>
  </p:cSld>
  <p:clrMapOvr>
    <a:masterClrMapping/>
  </p:clrMapOvr>
</p:sld>
</file>

<file path=ppt/slides/slide2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36" id="436"/>
          <p:cNvPicPr>
            <a:picLocks noChangeAspect="true"/>
          </p:cNvPicPr>
          <p:nvPr/>
        </p:nvPicPr>
        <p:blipFill>
          <a:blip r:embed="rId4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36" id="43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&lt;skewAngleDetect&gt;1.09&lt;/skewAngleDetect&gt;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&lt;skewScore&gt;1.85&lt;/skewScore&gt;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&lt;skewActive&gt;true&lt;/skewActive&gt;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&lt;x&gt;16&lt;/x&gt;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leafNum="206"&gt;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&lt;handSide&gt;LEFT&lt;/handSide&gt;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&lt;pageType&gt;White Card&lt;/pageType&gt;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&lt;addToAccessFormats&gt;false&lt;/addToAccessFormats&gt;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&lt;rotateDegree&gt;-90&lt;/rotateDegree&gt;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&lt;skewAngle&gt;-1.59&lt;/skewAngle&gt;</a:t>
            </a:r>
          </a:p>
        </p:txBody>
      </p:sp>
    </p:spTree>
  </p:cSld>
  <p:clrMapOvr>
    <a:masterClrMapping/>
  </p:clrMapOvr>
</p:sld>
</file>

<file path=ppt/slides/slide2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38" id="438"/>
          <p:cNvPicPr>
            <a:picLocks noChangeAspect="true"/>
          </p:cNvPicPr>
          <p:nvPr/>
        </p:nvPicPr>
        <p:blipFill>
          <a:blip r:embed="rId43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38" id="43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&lt;skewAngleDetect&gt;-1.59&lt;/skewAngleDetect&gt;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&lt;skewScore&gt;0.00&lt;/skewScore&gt;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&lt;skewActive&gt;false&lt;/skewActive&gt;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&lt;x&gt;452&lt;/x&gt;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&lt;y&gt;400&lt;/y&gt;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 leafNum="207"&gt;</a:t>
            </a:r>
          </a:p>
          <a:p>
            <a:r>
              <a:rPr lang="en-US" sz="3700">
                <a:solidFill>
                  <a:srgbClr val="252525"/>
                </a:solidFill>
              </a:rPr>
              <a:t>&lt;handSide&gt;RIGHT&lt;/handSide&gt;</a:t>
            </a:r>
          </a:p>
          <a:p>
            <a:r>
              <a:rPr lang="en-US" sz="3700">
                <a:solidFill>
                  <a:srgbClr val="252525"/>
                </a:solidFill>
              </a:rPr>
              <a:t>&lt;pageType&gt;White Card&lt;/pageType&gt;</a:t>
            </a:r>
          </a:p>
          <a:p>
            <a:r>
              <a:rPr lang="en-US" sz="3700">
                <a:solidFill>
                  <a:srgbClr val="252525"/>
                </a:solidFill>
              </a:rPr>
              <a:t>&lt;addToAccessFormats&gt;false&lt;/addToAccessFormats&gt;</a:t>
            </a:r>
          </a:p>
          <a:p>
            <a:r>
              <a:rPr lang="en-US" sz="3700">
                <a:solidFill>
                  <a:srgbClr val="252525"/>
                </a:solidFill>
              </a:rPr>
              <a:t>&lt;rotateDegree&gt;90&lt;/rotateDegree&gt;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&lt;skewAngle&gt;-3.03&lt;/skewAngle&gt;</a:t>
            </a:r>
          </a:p>
        </p:txBody>
      </p:sp>
    </p:spTree>
  </p:cSld>
  <p:clrMapOvr>
    <a:masterClrMapping/>
  </p:clrMapOvr>
</p:sld>
</file>

<file path=ppt/slides/slide2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40" id="440"/>
          <p:cNvPicPr>
            <a:picLocks noChangeAspect="true"/>
          </p:cNvPicPr>
          <p:nvPr/>
        </p:nvPicPr>
        <p:blipFill>
          <a:blip r:embed="rId44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40" id="44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&lt;skewAngleDetect&gt;-3.03&lt;/skewAngleDetect&gt;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&lt;skewScore&gt;0.00&lt;/skewScore&gt;</a:t>
            </a:r>
          </a:p>
          <a:p>
            <a:r>
              <a:rPr lang="en-US" sz="3700">
                <a:solidFill>
                  <a:srgbClr val="252525"/>
                </a:solidFill>
              </a:rPr>
              <a:t>&lt;skewActive&gt;false&lt;/skewActive&gt;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&lt;origWidth&gt;2912&lt;/origWidth&gt;</a:t>
            </a:r>
          </a:p>
          <a:p>
            <a:r>
              <a:rPr lang="en-US" sz="3700">
                <a:solidFill>
                  <a:srgbClr val="252525"/>
                </a:solidFill>
              </a:rPr>
              <a:t>&lt;origHeight&gt;4368&lt;/origHeight&gt;</a:t>
            </a:r>
          </a:p>
          <a:p>
            <a:r>
              <a:rPr lang="en-US" sz="3700">
                <a:solidFill>
                  <a:srgbClr val="252525"/>
                </a:solidFill>
              </a:rPr>
              <a:t>&lt;cropBox&gt;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&lt;x&gt;313&lt;/x&gt;</a:t>
            </a:r>
          </a:p>
          <a:p>
            <a:r>
              <a:rPr lang="en-US" sz="3700">
                <a:solidFill>
                  <a:srgbClr val="252525"/>
                </a:solidFill>
              </a:rPr>
              <a:t>&lt;y&gt;315&lt;/y&gt;</a:t>
            </a:r>
          </a:p>
          <a:p>
            <a:r>
              <a:rPr lang="en-US" sz="3700">
                <a:solidFill>
                  <a:srgbClr val="252525"/>
                </a:solidFill>
              </a:rPr>
              <a:t>&lt;w&gt;2169&lt;/w&gt;</a:t>
            </a:r>
          </a:p>
          <a:p>
            <a:r>
              <a:rPr lang="en-US" sz="3700">
                <a:solidFill>
                  <a:srgbClr val="252525"/>
                </a:solidFill>
              </a:rPr>
              <a:t>&lt;h&gt;3413&lt;/h&gt;</a:t>
            </a:r>
          </a:p>
          <a:p>
            <a:r>
              <a:rPr lang="en-US" sz="3700">
                <a:solidFill>
                  <a:srgbClr val="252525"/>
                </a:solidFill>
              </a:rPr>
              <a:t>&lt;/cropBox&gt;</a:t>
            </a:r>
          </a:p>
          <a:p>
            <a:r>
              <a:rPr lang="en-US" sz="3700">
                <a:solidFill>
                  <a:srgbClr val="252525"/>
                </a:solidFill>
              </a:rPr>
              <a:t>&lt;ppi/&gt;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&lt;/page&gt;</a:t>
            </a:r>
          </a:p>
          <a:p>
            <a:r>
              <a:rPr lang="en-US" sz="3700">
                <a:solidFill>
                  <a:srgbClr val="252525"/>
                </a:solidFill>
              </a:rPr>
              <a:t>&lt;/pageData&gt;</a:t>
            </a:r>
          </a:p>
          <a:p>
            <a:r>
              <a:rPr lang="en-US" sz="3700">
                <a:solidFill>
                  <a:srgbClr val="252525"/>
                </a:solidFill>
              </a:rPr>
              <a:t>&lt;/book&gt;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