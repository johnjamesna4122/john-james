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23749000" cy="168021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8" Type="http://schemas.openxmlformats.org/officeDocument/2006/relationships/image" Target="../media/image8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0" Type="http://schemas.openxmlformats.org/officeDocument/2006/relationships/image" Target="../media/image10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14" Type="http://schemas.openxmlformats.org/officeDocument/2006/relationships/image" Target="../media/image14.png"/><Relationship Id="rId16" Type="http://schemas.openxmlformats.org/officeDocument/2006/relationships/image" Target="../media/image1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2" id="3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{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|~~~~~~~|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|~.\\\_\~~~~~~~~~~~~~~xx~~~         ~~~~~~~~~~~~~~~~~~~~~/_//;~|</a:t>
            </a:r>
          </a:p>
          <a:p>
            <a:r>
              <a:rPr lang="en-US" sz="3700">
                <a:solidFill>
                  <a:srgbClr val="252525"/>
                </a:solidFill>
              </a:rPr>
              <a:t>//    |  \  o \_         ,XXXXX),                         _..-~ o /  |</a:t>
            </a:r>
          </a:p>
          <a:p>
            <a:r>
              <a:rPr lang="en-US" sz="3700">
                <a:solidFill>
                  <a:srgbClr val="252525"/>
                </a:solidFill>
              </a:rPr>
              <a:t>//    |    ~~\  ~-.     XXXXX`)))),                 _.--~~   .-~~~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~~~~~~~`\   ~\~~~XXX' _/ ';))     |~~~~~~..-~     _.-~ ~~~~~~~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`\   ~~--`_\~\, ;;;\)__.---.~~~      _.-~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~-.       `:;;/;; \          _..-~~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~-._      `''        /-~-~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`\              /  /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|         ,   | |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4" id="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//                          |  '        /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\/;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;;   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`;   .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|~~~-----.....|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| \             \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| /\~~--...__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(|  `\       __-\|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||    \_   /~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|)     \~-'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|      | \      '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|      |  \    :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\     |  |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|    )  (    )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\  /;  /\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|    |/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|    |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\  .'  ||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|  |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(  | |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\ \ |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6" id="7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//                               || o `.)|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|`\\\\)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3700">
                <a:solidFill>
                  <a:srgbClr val="252525"/>
                </a:solidFill>
              </a:rPr>
              <a:t>//                               |       |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GOD-FIRST-JOHN-JAMES</a:t>
            </a:r>
          </a:p>
          <a:p>
            <a:r>
              <a:rPr lang="en-US" sz="3700">
                <a:solidFill>
                  <a:srgbClr val="252525"/>
                </a:solidFill>
              </a:rPr>
              <a:t>ABUNDANCE-</a:t>
            </a:r>
            <a:r>
              <a:rPr lang="en-US" sz="3700">
                <a:solidFill>
                  <a:srgbClr val="252525"/>
                </a:solidFill>
              </a:rPr>
              <a:t>MARBLE</a:t>
            </a:r>
          </a:p>
          <a:p>
            <a:r>
              <a:rPr lang="en-US" sz="3700">
                <a:solidFill>
                  <a:srgbClr val="252525"/>
                </a:solidFill>
              </a:rPr>
              <a:t>The LORD is my shepherd; I shall not want.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maketh me to lie down in green pastures: he leadeth me beside the still waters.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He restoreth my soul: he leadeth me in the paths of righteousness for his name's sake.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Yea, though I walk through the valley of the shadow of death, I will fear no evil: for thou art with me; thy rod and thy staff they comfort me.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8" id="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8" id="9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>Thou preparest a table before me in the presence of mine enemies: thou anointest my head with oil; my cup runneth over.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Surely goodness and mercy shall follow me all the days of my life: and I will dwell in the house of the LORD for ever.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0" id="1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0" id="11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</a:p>
        </p:txBody>
      </p:sp>
      <p:pic>
        <p:nvPicPr>
          <p:cNvPr name="Picture 12" id="1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>
            <a:off x="6451600" y="317500"/>
            <a:ext cx="10312400" cy="11036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>
            <a:off x="5930900" y="0"/>
            <a:ext cx="11887200" cy="16802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14" id="14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127000"/>
            <a:ext cx="23749000" cy="16548100"/>
          </a:xfrm>
          <a:prstGeom prst="rect">
            <a:avLst/>
          </a:prstGeom>
        </p:spPr>
      </p:pic>
      <p:sp>
        <p:nvSpPr>
          <p:cNvPr name="TextBox 14" id="15"/>
          <p:cNvSpPr txBox="true"/>
          <p:nvPr/>
        </p:nvSpPr>
        <p:spPr>
          <a:xfrm>
            <a:off x="5930900" y="571500"/>
            <a:ext cx="11887200" cy="16484600"/>
          </a:xfrm>
          <a:prstGeom prst="rect">
            <a:avLst/>
          </a:prstGeom>
        </p:spPr>
        <p:txBody>
          <a:bodyPr anchor="t" rtlCol="false"/>
          <a:lstStyle/>
          <a:p>
            <a:pPr algn="l"/>
            <a:r>
              <a:t/>
            </a:r>
            <a:endParaRPr lang="en-US" sz="1100"/>
          </a:p>
          <a:p>
            <a:r>
              <a:rPr lang="en-US" sz="3700">
                <a:solidFill>
                  <a:srgbClr val="252525"/>
                </a:solidFill>
              </a:rPr>
              <a:t/>
            </a:r>
            <a:r>
              <a:rPr lang="en-US" sz="3700">
                <a:solidFill>
                  <a:srgbClr val="252525"/>
                </a:solidFill>
              </a:rPr>
              <a:t> </a:t>
            </a:r>
          </a:p>
          <a:p>
            <a:r>
              <a:rPr lang="en-US" sz="5000"/>
              <a:t>  </a:t>
            </a:r>
          </a:p>
          <a:p>
            <a:r>
              <a:rPr lang="en-US" sz="5000"/>
              <a:t>  </a:t>
            </a:r>
          </a:p>
          <a:p>
            <a:r>
              <a:rPr lang="en-US" sz="3700">
                <a:solidFill>
                  <a:srgbClr val="252525"/>
                </a:solidFill>
              </a:rPr>
              <a:t>       BIBLE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BOOK OF JOHN::7:17</a:t>
            </a:r>
          </a:p>
          <a:p>
            <a:r>
              <a:rPr lang="en-US" sz="3700">
                <a:solidFill>
                  <a:srgbClr val="252525"/>
                </a:solidFill>
              </a:rPr>
              <a:t>                                              =If any man will do his will, he shall know of the doctrine, whether it be of God, or whether I speak of myself.}</a:t>
            </a:r>
          </a:p>
        </p:txBody>
      </p:sp>
      <p:pic>
        <p:nvPicPr>
          <p:cNvPr name="Picture 16" id="16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>
            <a:off x="6451600" y="317500"/>
            <a:ext cx="3835400" cy="6921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