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 Type="http://schemas.openxmlformats.org/officeDocument/2006/relationships/slide" Target="slides/slide6.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 Type="http://schemas.openxmlformats.org/officeDocument/2006/relationships/slide" Target="slides/slide7.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 Type="http://schemas.openxmlformats.org/officeDocument/2006/relationships/slide" Target="slides/slide8.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 Type="http://schemas.openxmlformats.org/officeDocument/2006/relationships/slide" Target="slides/slide9.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 Type="http://schemas.openxmlformats.org/officeDocument/2006/relationships/slide" Target="slides/slide10.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 Type="http://schemas.openxmlformats.org/officeDocument/2006/relationships/slide" Target="slides/slide11.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 Type="http://schemas.openxmlformats.org/officeDocument/2006/relationships/slide" Target="slides/slide12.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 Type="http://schemas.openxmlformats.org/officeDocument/2006/relationships/slide" Target="slides/slide2.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 Type="http://schemas.openxmlformats.org/officeDocument/2006/relationships/slide" Target="slides/slide3.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 Type="http://schemas.openxmlformats.org/officeDocument/2006/relationships/slide" Target="slides/slide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hyperlink" TargetMode="External" Target="https://colab.research.google.com/assets/colab-badge.svg"/><Relationship Id="rId6" Type="http://schemas.openxmlformats.org/officeDocument/2006/relationships/image" Target="../media/image6.png"/><Relationship Id="rId7" Type="http://schemas.openxmlformats.org/officeDocument/2006/relationships/hyperlink" TargetMode="External" Target="https://colab.research.google.com/github/google/flax/blob/main/docs_nnx/mnist_tutorial.ipynb"/></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 Id="rId11" Type="http://schemas.openxmlformats.org/officeDocument/2006/relationships/hyperlink" TargetMode="External" Target="https://img.shields.io/badge/Open-on%20GitHub-blue?logo=GitHub"/><Relationship Id="rId12" Type="http://schemas.openxmlformats.org/officeDocument/2006/relationships/image" Target="../media/image12.png"/><Relationship Id="rId13" Type="http://schemas.openxmlformats.org/officeDocument/2006/relationships/hyperlink" TargetMode="External" Target="https://github.com/google/flax/blob/main/docs_nnx/mnist_tutorial.ipynb"/><Relationship Id="rId8" Type="http://schemas.openxmlformats.org/officeDocument/2006/relationships/image" Target="../media/image8.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 Id="rId16" Type="http://schemas.openxmlformats.org/officeDocument/2006/relationships/image" Target="../media/image16.png"/><Relationship Id="rId17" Type="http://schemas.openxmlformats.org/officeDocument/2006/relationships/hyperlink" TargetMode="External" Target="https://github.com/jax-ml/jax"/><Relationship Id="rId18" Type="http://schemas.openxmlformats.org/officeDocument/2006/relationships/image" Target="../media/image18.png"/><Relationship Id="rId19" Type="http://schemas.openxmlformats.org/officeDocument/2006/relationships/hyperlink" TargetMode="External" Target="https://flax.readthedocs.io/en/latest/why.ht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64" Type="http://schemas.openxmlformats.org/officeDocument/2006/relationships/image" Target="../media/image64.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66" Type="http://schemas.openxmlformats.org/officeDocument/2006/relationships/image" Target="../media/image66.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68" Type="http://schemas.openxmlformats.org/officeDocument/2006/relationships/image" Target="../media/image68.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70" Type="http://schemas.openxmlformats.org/officeDocument/2006/relationships/image" Target="../media/image70.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72" Type="http://schemas.openxmlformats.org/officeDocument/2006/relationships/image" Target="../media/image72.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74" Type="http://schemas.openxmlformats.org/officeDocument/2006/relationships/image" Target="../media/image74.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78" Type="http://schemas.openxmlformats.org/officeDocument/2006/relationships/image" Target="../media/image78.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82" Type="http://schemas.openxmlformats.org/officeDocument/2006/relationships/image" Target="../media/image82.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86" Type="http://schemas.openxmlformats.org/officeDocument/2006/relationships/image" Target="../media/image86.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88" Type="http://schemas.openxmlformats.org/officeDocument/2006/relationships/image" Target="../media/image88.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92" Type="http://schemas.openxmlformats.org/officeDocument/2006/relationships/image" Target="../media/image92.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96" Type="http://schemas.openxmlformats.org/officeDocument/2006/relationships/image" Target="../media/image96.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98" Type="http://schemas.openxmlformats.org/officeDocument/2006/relationships/image" Target="../media/image98.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102" Type="http://schemas.openxmlformats.org/officeDocument/2006/relationships/image" Target="../media/image102.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106" Type="http://schemas.openxmlformats.org/officeDocument/2006/relationships/image" Target="../media/image106.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108" Type="http://schemas.openxmlformats.org/officeDocument/2006/relationships/image" Target="../media/image108.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112" Type="http://schemas.openxmlformats.org/officeDocument/2006/relationships/image" Target="../media/image112.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114" Type="http://schemas.openxmlformats.org/officeDocument/2006/relationships/image" Target="../media/image114.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116" Type="http://schemas.openxmlformats.org/officeDocument/2006/relationships/image" Target="../media/image116.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118" Type="http://schemas.openxmlformats.org/officeDocument/2006/relationships/image" Target="../media/image118.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120" Type="http://schemas.openxmlformats.org/officeDocument/2006/relationships/image" Target="../media/image120.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122" Type="http://schemas.openxmlformats.org/officeDocument/2006/relationships/image" Target="../media/image122.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124" Type="http://schemas.openxmlformats.org/officeDocument/2006/relationships/image" Target="../media/image124.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126" Type="http://schemas.openxmlformats.org/officeDocument/2006/relationships/image" Target="../media/image126.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128" Type="http://schemas.openxmlformats.org/officeDocument/2006/relationships/image" Target="../media/image128.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130" Type="http://schemas.openxmlformats.org/officeDocument/2006/relationships/image" Target="../media/image130.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132" Type="http://schemas.openxmlformats.org/officeDocument/2006/relationships/image" Target="../media/image132.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134" Type="http://schemas.openxmlformats.org/officeDocument/2006/relationships/image" Target="../media/image134.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136" Type="http://schemas.openxmlformats.org/officeDocument/2006/relationships/image" Target="../media/image136.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138" Type="http://schemas.openxmlformats.org/officeDocument/2006/relationships/image" Target="../media/image138.pn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140" Type="http://schemas.openxmlformats.org/officeDocument/2006/relationships/image" Target="../media/image140.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142" Type="http://schemas.openxmlformats.org/officeDocument/2006/relationships/image" Target="../media/image142.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144" Type="http://schemas.openxmlformats.org/officeDocument/2006/relationships/image" Target="../media/image144.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146" Type="http://schemas.openxmlformats.org/officeDocument/2006/relationships/image" Target="../media/image146.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148" Type="http://schemas.openxmlformats.org/officeDocument/2006/relationships/image" Target="../media/image148.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150" Type="http://schemas.openxmlformats.org/officeDocument/2006/relationships/image" Target="../media/image150.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152" Type="http://schemas.openxmlformats.org/officeDocument/2006/relationships/image" Target="../media/image152.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154" Type="http://schemas.openxmlformats.org/officeDocument/2006/relationships/image" Target="../media/image154.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156" Type="http://schemas.openxmlformats.org/officeDocument/2006/relationships/image" Target="../media/image156.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158" Type="http://schemas.openxmlformats.org/officeDocument/2006/relationships/image" Target="../media/image158.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160" Type="http://schemas.openxmlformats.org/officeDocument/2006/relationships/image" Target="../media/image160.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162" Type="http://schemas.openxmlformats.org/officeDocument/2006/relationships/image" Target="../media/image162.png"/></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164" Type="http://schemas.openxmlformats.org/officeDocument/2006/relationships/image" Target="../media/image164.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166" Type="http://schemas.openxmlformats.org/officeDocument/2006/relationships/image" Target="../media/image166.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168" Type="http://schemas.openxmlformats.org/officeDocument/2006/relationships/image" Target="../media/image168.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170" Type="http://schemas.openxmlformats.org/officeDocument/2006/relationships/image" Target="../media/image170.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172" Type="http://schemas.openxmlformats.org/officeDocument/2006/relationships/image" Target="../media/image172.png"/></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174" Type="http://schemas.openxmlformats.org/officeDocument/2006/relationships/image" Target="../media/image174.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176" Type="http://schemas.openxmlformats.org/officeDocument/2006/relationships/image" Target="../media/image176.png"/></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178" Type="http://schemas.openxmlformats.org/officeDocument/2006/relationships/image" Target="../media/image178.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7.xml"/><Relationship Id="rId180" Type="http://schemas.openxmlformats.org/officeDocument/2006/relationships/image" Target="../media/image180.pn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7.xml"/><Relationship Id="rId182" Type="http://schemas.openxmlformats.org/officeDocument/2006/relationships/image" Target="../media/image182.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7.xml"/><Relationship Id="rId184" Type="http://schemas.openxmlformats.org/officeDocument/2006/relationships/image" Target="../media/image184.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7.xml"/><Relationship Id="rId186" Type="http://schemas.openxmlformats.org/officeDocument/2006/relationships/image" Target="../media/image186.pn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7.xml"/><Relationship Id="rId188" Type="http://schemas.openxmlformats.org/officeDocument/2006/relationships/image" Target="../media/image188.png"/></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7.xml"/><Relationship Id="rId190" Type="http://schemas.openxmlformats.org/officeDocument/2006/relationships/image" Target="../media/image190.png"/></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7.xml"/><Relationship Id="rId192" Type="http://schemas.openxmlformats.org/officeDocument/2006/relationships/image" Target="../media/image192.pn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7.xml"/><Relationship Id="rId194" Type="http://schemas.openxmlformats.org/officeDocument/2006/relationships/image" Target="../media/image194.pn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7.xml"/><Relationship Id="rId196" Type="http://schemas.openxmlformats.org/officeDocument/2006/relationships/image" Target="../media/image196.pn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7.xml"/><Relationship Id="rId198" Type="http://schemas.openxmlformats.org/officeDocument/2006/relationships/image" Target="../media/image198.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7.xml"/><Relationship Id="rId200" Type="http://schemas.openxmlformats.org/officeDocument/2006/relationships/image" Target="../media/image200.pn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7.xml"/><Relationship Id="rId202" Type="http://schemas.openxmlformats.org/officeDocument/2006/relationships/image" Target="../media/image202.png"/></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7.xml"/><Relationship Id="rId204" Type="http://schemas.openxmlformats.org/officeDocument/2006/relationships/image" Target="../media/image204.png"/></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7.xml"/><Relationship Id="rId206" Type="http://schemas.openxmlformats.org/officeDocument/2006/relationships/image" Target="../media/image206.png"/></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7.xml"/><Relationship Id="rId208" Type="http://schemas.openxmlformats.org/officeDocument/2006/relationships/image" Target="../media/image208.pn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7.xml"/><Relationship Id="rId210" Type="http://schemas.openxmlformats.org/officeDocument/2006/relationships/image" Target="../media/image210.png"/></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7.xml"/><Relationship Id="rId212" Type="http://schemas.openxmlformats.org/officeDocument/2006/relationships/image" Target="../media/image212.png"/></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7.xml"/><Relationship Id="rId214" Type="http://schemas.openxmlformats.org/officeDocument/2006/relationships/image" Target="../media/image214.pn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7.xml"/><Relationship Id="rId216" Type="http://schemas.openxmlformats.org/officeDocument/2006/relationships/image" Target="../media/image216.png"/></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7.xml"/><Relationship Id="rId218" Type="http://schemas.openxmlformats.org/officeDocument/2006/relationships/image" Target="../media/image218.pn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7.xml"/><Relationship Id="rId220" Type="http://schemas.openxmlformats.org/officeDocument/2006/relationships/image" Target="../media/image220.png"/></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7.xml"/><Relationship Id="rId222" Type="http://schemas.openxmlformats.org/officeDocument/2006/relationships/image" Target="../media/image222.pn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7.xml"/><Relationship Id="rId224" Type="http://schemas.openxmlformats.org/officeDocument/2006/relationships/image" Target="../media/image224.pn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7.xml"/><Relationship Id="rId226" Type="http://schemas.openxmlformats.org/officeDocument/2006/relationships/image" Target="../media/image226.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7.xml"/><Relationship Id="rId228" Type="http://schemas.openxmlformats.org/officeDocument/2006/relationships/image" Target="../media/image228.pn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7.xml"/><Relationship Id="rId230" Type="http://schemas.openxmlformats.org/officeDocument/2006/relationships/image" Target="../media/image230.png"/></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7.xml"/><Relationship Id="rId232" Type="http://schemas.openxmlformats.org/officeDocument/2006/relationships/image" Target="../media/image232.pn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7.xml"/><Relationship Id="rId234" Type="http://schemas.openxmlformats.org/officeDocument/2006/relationships/image" Target="../media/image234.pn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7.xml"/><Relationship Id="rId236" Type="http://schemas.openxmlformats.org/officeDocument/2006/relationships/image" Target="../media/image236.png"/></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7.xml"/><Relationship Id="rId238" Type="http://schemas.openxmlformats.org/officeDocument/2006/relationships/image" Target="../media/image238.png"/></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7.xml"/><Relationship Id="rId240" Type="http://schemas.openxmlformats.org/officeDocument/2006/relationships/image" Target="../media/image240.png"/></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7.xml"/><Relationship Id="rId242" Type="http://schemas.openxmlformats.org/officeDocument/2006/relationships/image" Target="../media/image242.png"/></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7.xml"/><Relationship Id="rId244" Type="http://schemas.openxmlformats.org/officeDocument/2006/relationships/image" Target="../media/image244.png"/></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7.xml"/><Relationship Id="rId246" Type="http://schemas.openxmlformats.org/officeDocument/2006/relationships/image" Target="../media/image246.png"/></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7.xml"/><Relationship Id="rId248" Type="http://schemas.openxmlformats.org/officeDocument/2006/relationships/image" Target="../media/image248.png"/></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7.xml"/><Relationship Id="rId250" Type="http://schemas.openxmlformats.org/officeDocument/2006/relationships/image" Target="../media/image250.pn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7.xml"/><Relationship Id="rId252" Type="http://schemas.openxmlformats.org/officeDocument/2006/relationships/image" Target="../media/image252.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7.xml"/><Relationship Id="rId254" Type="http://schemas.openxmlformats.org/officeDocument/2006/relationships/image" Target="../media/image254.png"/></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7.xml"/><Relationship Id="rId256" Type="http://schemas.openxmlformats.org/officeDocument/2006/relationships/image" Target="../media/image256.png"/></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7.xml"/><Relationship Id="rId258" Type="http://schemas.openxmlformats.org/officeDocument/2006/relationships/image" Target="../media/image258.png"/></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7.xml"/><Relationship Id="rId260" Type="http://schemas.openxmlformats.org/officeDocument/2006/relationships/image" Target="../media/image260.pn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7.xml"/><Relationship Id="rId262" Type="http://schemas.openxmlformats.org/officeDocument/2006/relationships/image" Target="../media/image262.png"/></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7.xml"/><Relationship Id="rId264" Type="http://schemas.openxmlformats.org/officeDocument/2006/relationships/image" Target="../media/image264.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7.xml"/><Relationship Id="rId266" Type="http://schemas.openxmlformats.org/officeDocument/2006/relationships/image" Target="../media/image266.png"/></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7.xml"/><Relationship Id="rId268" Type="http://schemas.openxmlformats.org/officeDocument/2006/relationships/image" Target="../media/image268.pn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7.xml"/><Relationship Id="rId270" Type="http://schemas.openxmlformats.org/officeDocument/2006/relationships/image" Target="../media/image270.png"/></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7.xml"/><Relationship Id="rId272" Type="http://schemas.openxmlformats.org/officeDocument/2006/relationships/image" Target="../media/image272.png"/></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7.xml"/><Relationship Id="rId274" Type="http://schemas.openxmlformats.org/officeDocument/2006/relationships/image" Target="../media/image274.png"/></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7.xml"/><Relationship Id="rId276" Type="http://schemas.openxmlformats.org/officeDocument/2006/relationships/image" Target="../media/image276.png"/></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7.xml"/><Relationship Id="rId278" Type="http://schemas.openxmlformats.org/officeDocument/2006/relationships/image" Target="../media/image278.png"/></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7.xml"/><Relationship Id="rId280" Type="http://schemas.openxmlformats.org/officeDocument/2006/relationships/image" Target="../media/image280.png"/></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7.xml"/><Relationship Id="rId282" Type="http://schemas.openxmlformats.org/officeDocument/2006/relationships/image" Target="../media/image282.png"/><Relationship Id="rId284" Type="http://schemas.openxmlformats.org/officeDocument/2006/relationships/image" Target="../media/image284.png"/><Relationship Id="rId285" Type="http://schemas.openxmlformats.org/officeDocument/2006/relationships/hyperlink" TargetMode="External" Target="https://optax.readthedocs.io/"/></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7.xml"/><Relationship Id="rId286" Type="http://schemas.openxmlformats.org/officeDocument/2006/relationships/image" Target="../media/image286.png"/></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7.xml"/><Relationship Id="rId288" Type="http://schemas.openxmlformats.org/officeDocument/2006/relationships/image" Target="../media/image288.png"/></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7.xml"/><Relationship Id="rId290" Type="http://schemas.openxmlformats.org/officeDocument/2006/relationships/image" Target="../media/image290.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7.xml"/><Relationship Id="rId292" Type="http://schemas.openxmlformats.org/officeDocument/2006/relationships/image" Target="../media/image292.png"/></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7.xml"/><Relationship Id="rId294" Type="http://schemas.openxmlformats.org/officeDocument/2006/relationships/image" Target="../media/image294.png"/></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7.xml"/><Relationship Id="rId296" Type="http://schemas.openxmlformats.org/officeDocument/2006/relationships/image" Target="../media/image296.png"/></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7.xml"/><Relationship Id="rId298" Type="http://schemas.openxmlformats.org/officeDocument/2006/relationships/image" Target="../media/image298.png"/></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7.xml"/><Relationship Id="rId300" Type="http://schemas.openxmlformats.org/officeDocument/2006/relationships/image" Target="../media/image300.png"/></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7.xml"/><Relationship Id="rId302" Type="http://schemas.openxmlformats.org/officeDocument/2006/relationships/image" Target="../media/image302.png"/></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7.xml"/><Relationship Id="rId304" Type="http://schemas.openxmlformats.org/officeDocument/2006/relationships/image" Target="../media/image304.png"/></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7.xml"/><Relationship Id="rId306" Type="http://schemas.openxmlformats.org/officeDocument/2006/relationships/image" Target="../media/image306.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7.xml"/><Relationship Id="rId308" Type="http://schemas.openxmlformats.org/officeDocument/2006/relationships/image" Target="../media/image308.png"/></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7.xml"/><Relationship Id="rId310" Type="http://schemas.openxmlformats.org/officeDocument/2006/relationships/image" Target="../media/image310.png"/></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7.xml"/><Relationship Id="rId312" Type="http://schemas.openxmlformats.org/officeDocument/2006/relationships/image" Target="../media/image312.png"/></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7.xml"/><Relationship Id="rId314" Type="http://schemas.openxmlformats.org/officeDocument/2006/relationships/image" Target="../media/image314.png"/></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7.xml"/><Relationship Id="rId316" Type="http://schemas.openxmlformats.org/officeDocument/2006/relationships/image" Target="../media/image316.png"/></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7.xml"/><Relationship Id="rId318" Type="http://schemas.openxmlformats.org/officeDocument/2006/relationships/image" Target="../media/image318.png"/></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7.xml"/><Relationship Id="rId320" Type="http://schemas.openxmlformats.org/officeDocument/2006/relationships/image" Target="../media/image320.png"/></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7.xml"/><Relationship Id="rId322" Type="http://schemas.openxmlformats.org/officeDocument/2006/relationships/image" Target="../media/image322.png"/></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7.xml"/><Relationship Id="rId324" Type="http://schemas.openxmlformats.org/officeDocument/2006/relationships/image" Target="../media/image324.png"/></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7.xml"/><Relationship Id="rId326" Type="http://schemas.openxmlformats.org/officeDocument/2006/relationships/image" Target="../media/image326.png"/></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7.xml"/><Relationship Id="rId328" Type="http://schemas.openxmlformats.org/officeDocument/2006/relationships/image" Target="../media/image328.png"/></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7.xml"/><Relationship Id="rId330" Type="http://schemas.openxmlformats.org/officeDocument/2006/relationships/image" Target="../media/image330.png"/></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7.xml"/><Relationship Id="rId332" Type="http://schemas.openxmlformats.org/officeDocument/2006/relationships/image" Target="../media/image332.png"/></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7.xml"/><Relationship Id="rId334" Type="http://schemas.openxmlformats.org/officeDocument/2006/relationships/image" Target="../media/image334.png"/></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7.xml"/><Relationship Id="rId336" Type="http://schemas.openxmlformats.org/officeDocument/2006/relationships/image" Target="../media/image336.png"/></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7.xml"/><Relationship Id="rId338" Type="http://schemas.openxmlformats.org/officeDocument/2006/relationships/image" Target="../media/image338.png"/></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7.xml"/><Relationship Id="rId340" Type="http://schemas.openxmlformats.org/officeDocument/2006/relationships/image" Target="../media/image340.png"/></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7.xml"/><Relationship Id="rId342" Type="http://schemas.openxmlformats.org/officeDocument/2006/relationships/image" Target="../media/image342.png"/></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7.xml"/><Relationship Id="rId344" Type="http://schemas.openxmlformats.org/officeDocument/2006/relationships/image" Target="../media/image344.png"/></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7.xml"/><Relationship Id="rId346" Type="http://schemas.openxmlformats.org/officeDocument/2006/relationships/image" Target="../media/image346.png"/></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7.xml"/><Relationship Id="rId348" Type="http://schemas.openxmlformats.org/officeDocument/2006/relationships/image" Target="../media/image348.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3700">
                <a:solidFill>
                  <a:srgbClr val="252525"/>
                </a:solidFill>
              </a:rPr>
              <a:t> "cells": [</a:t>
            </a:r>
          </a:p>
          <a:p>
            <a:r>
              <a:rPr lang="en-US" sz="3700">
                <a:solidFill>
                  <a:srgbClr val="252525"/>
                </a:solidFill>
              </a:rPr>
              <a:t>  {</a:t>
            </a:r>
          </a:p>
          <a:p>
            <a:r>
              <a:rPr lang="en-US" sz="3700">
                <a:solidFill>
                  <a:srgbClr val="252525"/>
                </a:solidFill>
              </a:rPr>
              <a:t>   "cell_type": "markdown",</a:t>
            </a:r>
          </a:p>
          <a:p>
            <a:r>
              <a:rPr lang="en-US" sz="3700">
                <a:solidFill>
                  <a:srgbClr val="252525"/>
                </a:solidFill>
              </a:rPr>
              <a:t>   "id": "0",</a:t>
            </a:r>
          </a:p>
          <a:p>
            <a:r>
              <a:rPr lang="en-US" sz="3700">
                <a:solidFill>
                  <a:srgbClr val="252525"/>
                </a:solidFill>
              </a:rPr>
              <a:t>   "metadata": {},</a:t>
            </a:r>
          </a:p>
          <a:p>
            <a:r>
              <a:rPr lang="en-US" sz="3700">
                <a:solidFill>
                  <a:srgbClr val="252525"/>
                </a:solidFill>
              </a:rPr>
              <a:t>   "source": [</a:t>
            </a:r>
          </a:p>
          <a:p>
            <a:r>
              <a:rPr lang="en-US" sz="3700">
                <a:solidFill>
                  <a:srgbClr val="252525"/>
                </a:solidFill>
              </a:rPr>
              <a:t>    "[![Open in Colab](</a:t>
            </a:r>
            <a:r>
              <a:rPr lang="en-US" sz="3700">
                <a:solidFill>
                  <a:srgbClr val="252525"/>
                </a:solidFill>
              </a:rPr>
              <a:t>)](</a:t>
            </a:r>
            <a:r>
              <a:rPr lang="en-US" sz="3700">
                <a:solidFill>
                  <a:srgbClr val="252525"/>
                </a:solidFill>
              </a:rPr>
              <a:t>)\n",</a:t>
            </a:r>
          </a:p>
          <a:p>
            <a:r>
              <a:rPr lang="en-US" sz="3700">
                <a:solidFill>
                  <a:srgbClr val="252525"/>
                </a:solidFill>
              </a:rPr>
              <a:t>    "[![Open On GitHub](</a:t>
            </a:r>
          </a:p>
        </p:txBody>
      </p:sp>
      <p:pic>
        <p:nvPicPr>
          <p:cNvPr name="Picture 4" id="4">
            <a:hlinkClick r:id="rId5"/>
          </p:cNvPr>
          <p:cNvPicPr>
            <a:picLocks noChangeAspect="true"/>
          </p:cNvPicPr>
          <p:nvPr/>
        </p:nvPicPr>
        <p:blipFill>
          <a:blip r:embed="rId4"/>
          <a:stretch>
            <a:fillRect/>
          </a:stretch>
        </p:blipFill>
        <p:spPr>
          <a:xfrm>
            <a:off x="6451600" y="7137400"/>
            <a:ext cx="10820400" cy="1714500"/>
          </a:xfrm>
          <a:prstGeom prst="rect">
            <a:avLst/>
          </a:prstGeom>
        </p:spPr>
      </p:pic>
      <p:pic>
        <p:nvPicPr>
          <p:cNvPr name="Picture 6" id="6">
            <a:hlinkClick r:id="rId7"/>
          </p:cNvPr>
          <p:cNvPicPr>
            <a:picLocks noChangeAspect="true"/>
          </p:cNvPicPr>
          <p:nvPr/>
        </p:nvPicPr>
        <p:blipFill>
          <a:blip r:embed="rId6"/>
          <a:stretch>
            <a:fillRect/>
          </a:stretch>
        </p:blipFill>
        <p:spPr>
          <a:xfrm>
            <a:off x="6451600" y="10566400"/>
            <a:ext cx="10820400" cy="17145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a:t>
            </a:r>
            <a:r>
              <a:rPr lang="en-US" sz="3700">
                <a:solidFill>
                  <a:srgbClr val="252525"/>
                </a:solidFill>
              </a:rPr>
              <a:t>)\n",</a:t>
            </a:r>
          </a:p>
          <a:p>
            <a:r>
              <a:rPr lang="en-US" sz="3700">
                <a:solidFill>
                  <a:srgbClr val="252525"/>
                </a:solidFill>
              </a:rPr>
              <a:t>    "\n",</a:t>
            </a:r>
          </a:p>
          <a:p>
            <a:r>
              <a:rPr lang="en-US" sz="3700">
                <a:solidFill>
                  <a:srgbClr val="252525"/>
                </a:solidFill>
              </a:rPr>
              <a:t>    "# MNIST tutorial\n",</a:t>
            </a:r>
          </a:p>
          <a:p>
            <a:r>
              <a:rPr lang="en-US" sz="3700">
                <a:solidFill>
                  <a:srgbClr val="252525"/>
                </a:solidFill>
              </a:rPr>
              <a:t>    "\n",</a:t>
            </a:r>
          </a:p>
          <a:p>
            <a:r>
              <a:rPr lang="en-US" sz="3700">
                <a:solidFill>
                  <a:srgbClr val="252525"/>
                </a:solidFill>
              </a:rPr>
              <a:t>    "Welcome to Flax NNX! In this tutorial you will learn how to build and train a simple convolutional neural network (CNN) to classify handwritten digits on the MNIST dataset using the Flax NNX API.\n",</a:t>
            </a:r>
          </a:p>
          <a:p>
            <a:r>
              <a:rPr lang="en-US" sz="3700">
                <a:solidFill>
                  <a:srgbClr val="252525"/>
                </a:solidFill>
              </a:rPr>
              <a:t>    "\n",</a:t>
            </a:r>
          </a:p>
          <a:p>
            <a:r>
              <a:rPr lang="en-US" sz="3700">
                <a:solidFill>
                  <a:srgbClr val="252525"/>
                </a:solidFill>
              </a:rPr>
              <a:t>    "Flax NNX is a Python neural network library built upon [JAX](</a:t>
            </a:r>
          </a:p>
        </p:txBody>
      </p:sp>
      <p:pic>
        <p:nvPicPr>
          <p:cNvPr name="Picture 10" id="10">
            <a:hlinkClick r:id="rId11"/>
          </p:cNvPr>
          <p:cNvPicPr>
            <a:picLocks noChangeAspect="true"/>
          </p:cNvPicPr>
          <p:nvPr/>
        </p:nvPicPr>
        <p:blipFill>
          <a:blip r:embed="rId10"/>
          <a:stretch>
            <a:fillRect/>
          </a:stretch>
        </p:blipFill>
        <p:spPr>
          <a:xfrm>
            <a:off x="6451600" y="317500"/>
            <a:ext cx="10820400" cy="1714500"/>
          </a:xfrm>
          <a:prstGeom prst="rect">
            <a:avLst/>
          </a:prstGeom>
        </p:spPr>
      </p:pic>
      <p:pic>
        <p:nvPicPr>
          <p:cNvPr name="Picture 12" id="12">
            <a:hlinkClick r:id="rId13"/>
          </p:cNvPr>
          <p:cNvPicPr>
            <a:picLocks noChangeAspect="true"/>
          </p:cNvPicPr>
          <p:nvPr/>
        </p:nvPicPr>
        <p:blipFill>
          <a:blip r:embed="rId12"/>
          <a:stretch>
            <a:fillRect/>
          </a:stretch>
        </p:blipFill>
        <p:spPr>
          <a:xfrm>
            <a:off x="6451600" y="3746500"/>
            <a:ext cx="10820400" cy="17145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If you have used the Flax Linen API before, check out [Why Flax NNX](</a:t>
            </a:r>
            <a:r>
              <a:rPr lang="en-US" sz="3700">
                <a:solidFill>
                  <a:srgbClr val="252525"/>
                </a:solidFill>
              </a:rPr>
              <a:t>). You should have some knowledge of the main concepts of deep learning.\n",</a:t>
            </a:r>
          </a:p>
          <a:p>
            <a:r>
              <a:rPr lang="en-US" sz="3700">
                <a:solidFill>
                  <a:srgbClr val="252525"/>
                </a:solidFill>
              </a:rPr>
              <a:t>    "\n",</a:t>
            </a:r>
          </a:p>
          <a:p>
            <a:r>
              <a:rPr lang="en-US" sz="3700">
                <a:solidFill>
                  <a:srgbClr val="252525"/>
                </a:solidFill>
              </a:rPr>
              <a:t>    "Let’s get started!"</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"markdown",</a:t>
            </a:r>
          </a:p>
          <a:p>
            <a:r>
              <a:rPr lang="en-US" sz="3700">
                <a:solidFill>
                  <a:srgbClr val="252525"/>
                </a:solidFill>
              </a:rPr>
              <a:t>   "id": "1",</a:t>
            </a:r>
          </a:p>
          <a:p>
            <a:r>
              <a:rPr lang="en-US" sz="3700">
                <a:solidFill>
                  <a:srgbClr val="252525"/>
                </a:solidFill>
              </a:rPr>
              <a:t>   "metadata": {},</a:t>
            </a:r>
          </a:p>
          <a:p>
            <a:r>
              <a:rPr lang="en-US" sz="3700">
                <a:solidFill>
                  <a:srgbClr val="252525"/>
                </a:solidFill>
              </a:rPr>
              <a:t>   "source": [</a:t>
            </a:r>
          </a:p>
          <a:p>
            <a:r>
              <a:rPr lang="en-US" sz="3700">
                <a:solidFill>
                  <a:srgbClr val="252525"/>
                </a:solidFill>
              </a:rPr>
              <a:t>    "## 1. Install Flax\n",</a:t>
            </a:r>
          </a:p>
          <a:p>
            <a:r>
              <a:rPr lang="en-US" sz="3700">
                <a:solidFill>
                  <a:srgbClr val="252525"/>
                </a:solidFill>
              </a:rPr>
              <a:t>    "\n",</a:t>
            </a:r>
          </a:p>
        </p:txBody>
      </p:sp>
      <p:pic>
        <p:nvPicPr>
          <p:cNvPr name="Picture 16" id="16">
            <a:hlinkClick r:id="rId17"/>
          </p:cNvPr>
          <p:cNvPicPr>
            <a:picLocks noChangeAspect="true"/>
          </p:cNvPicPr>
          <p:nvPr/>
        </p:nvPicPr>
        <p:blipFill>
          <a:blip r:embed="rId16"/>
          <a:stretch>
            <a:fillRect/>
          </a:stretch>
        </p:blipFill>
        <p:spPr>
          <a:xfrm>
            <a:off x="6451600" y="317500"/>
            <a:ext cx="10820400" cy="1714500"/>
          </a:xfrm>
          <a:prstGeom prst="rect">
            <a:avLst/>
          </a:prstGeom>
        </p:spPr>
      </p:pic>
      <p:pic>
        <p:nvPicPr>
          <p:cNvPr name="Picture 18" id="18">
            <a:hlinkClick r:id="rId19"/>
          </p:cNvPr>
          <p:cNvPicPr>
            <a:picLocks noChangeAspect="true"/>
          </p:cNvPicPr>
          <p:nvPr/>
        </p:nvPicPr>
        <p:blipFill>
          <a:blip r:embed="rId18"/>
          <a:stretch>
            <a:fillRect/>
          </a:stretch>
        </p:blipFill>
        <p:spPr>
          <a:xfrm>
            <a:off x="6451600" y="4508500"/>
            <a:ext cx="10820400" cy="17145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"If `flax` is not installed in your Python environment, use `pip` to install the package from PyPI (below, just uncomment the code in the cell if you are working from Google Colab/Jupyter Notebook):"</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"code",</a:t>
            </a:r>
          </a:p>
          <a:p>
            <a:r>
              <a:rPr lang="en-US" sz="3700">
                <a:solidFill>
                  <a:srgbClr val="252525"/>
                </a:solidFill>
              </a:rPr>
              <a:t>   "execution_count": 1,</a:t>
            </a:r>
          </a:p>
          <a:p>
            <a:r>
              <a:rPr lang="en-US" sz="3700">
                <a:solidFill>
                  <a:srgbClr val="252525"/>
                </a:solidFill>
              </a:rPr>
              <a:t>   "id": "2",</a:t>
            </a:r>
          </a:p>
          <a:p>
            <a:r>
              <a:rPr lang="en-US" sz="3700">
                <a:solidFill>
                  <a:srgbClr val="252525"/>
                </a:solidFill>
              </a:rPr>
              <a:t>   "metadata": {</a:t>
            </a:r>
          </a:p>
          <a:p>
            <a:r>
              <a:rPr lang="en-US" sz="3700">
                <a:solidFill>
                  <a:srgbClr val="252525"/>
                </a:solidFill>
              </a:rPr>
              <a:t>    "tags": [</a:t>
            </a:r>
          </a:p>
          <a:p>
            <a:r>
              <a:rPr lang="en-US" sz="3700">
                <a:solidFill>
                  <a:srgbClr val="252525"/>
                </a:solidFill>
              </a:rPr>
              <a:t>     "skip-execution"</a:t>
            </a:r>
          </a:p>
          <a:p>
            <a:r>
              <a:rPr lang="en-US" sz="3700">
                <a:solidFill>
                  <a:srgbClr val="252525"/>
                </a:solidFill>
              </a:rPr>
              <a:t>    ]</a:t>
            </a:r>
          </a:p>
          <a:p>
            <a:r>
              <a:rPr lang="en-US" sz="3700">
                <a:solidFill>
                  <a:srgbClr val="252525"/>
                </a:solidFill>
              </a:rPr>
              <a:t>   },</a:t>
            </a:r>
          </a:p>
          <a:p>
            <a:r>
              <a:rPr lang="en-US" sz="3700">
                <a:solidFill>
                  <a:srgbClr val="252525"/>
                </a:solidFill>
              </a:rPr>
              <a:t>   "outputs": [],</a:t>
            </a:r>
          </a:p>
          <a:p>
            <a:r>
              <a:rPr lang="en-US" sz="3700">
                <a:solidFill>
                  <a:srgbClr val="252525"/>
                </a:solidFill>
              </a:rPr>
              <a:t>   "source": [</a:t>
            </a:r>
          </a:p>
          <a:p>
            <a:r>
              <a:rPr lang="en-US" sz="3700">
                <a:solidFill>
                  <a:srgbClr val="252525"/>
                </a:solidFill>
              </a:rPr>
              <a:t>    "# !pip install flax"</a:t>
            </a:r>
          </a:p>
          <a:p>
            <a:r>
              <a:rPr lang="en-US" sz="3700">
                <a:solidFill>
                  <a:srgbClr val="252525"/>
                </a:solidFill>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"cell_type": "markdown",</a:t>
            </a:r>
          </a:p>
          <a:p>
            <a:r>
              <a:rPr lang="en-US" sz="3700">
                <a:solidFill>
                  <a:srgbClr val="252525"/>
                </a:solidFill>
              </a:rPr>
              <a:t>   "id": "3",</a:t>
            </a:r>
          </a:p>
          <a:p>
            <a:r>
              <a:rPr lang="en-US" sz="3700">
                <a:solidFill>
                  <a:srgbClr val="252525"/>
                </a:solidFill>
              </a:rPr>
              <a:t>   "metadata": {},</a:t>
            </a:r>
          </a:p>
          <a:p>
            <a:r>
              <a:rPr lang="en-US" sz="3700">
                <a:solidFill>
                  <a:srgbClr val="252525"/>
                </a:solidFill>
              </a:rPr>
              <a:t>   "source": [</a:t>
            </a:r>
          </a:p>
          <a:p>
            <a:r>
              <a:rPr lang="en-US" sz="3700">
                <a:solidFill>
                  <a:srgbClr val="252525"/>
                </a:solidFill>
              </a:rPr>
              <a:t>    "## 2. Load the MNIST dataset\n",</a:t>
            </a:r>
          </a:p>
          <a:p>
            <a:r>
              <a:rPr lang="en-US" sz="3700">
                <a:solidFill>
                  <a:srgbClr val="252525"/>
                </a:solidFill>
              </a:rPr>
              <a:t>    "\n",</a:t>
            </a:r>
          </a:p>
          <a:p>
            <a:r>
              <a:rPr lang="en-US" sz="3700">
                <a:solidFill>
                  <a:srgbClr val="252525"/>
                </a:solidFill>
              </a:rPr>
              <a:t>    "First, you need to load the MNIST dataset and then prepare the training and testing sets via Tensorflow Datasets (TFDS). You normalize image values, shuffle the data and divide it into batches, and prefetch samples to enhance performance."</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"code",</a:t>
            </a:r>
          </a:p>
          <a:p>
            <a:r>
              <a:rPr lang="en-US" sz="3700">
                <a:solidFill>
                  <a:srgbClr val="252525"/>
                </a:solidFill>
              </a:rPr>
              <a:t>   "execution_count": 2,</a:t>
            </a:r>
          </a:p>
          <a:p>
            <a:r>
              <a:rPr lang="en-US" sz="3700">
                <a:solidFill>
                  <a:srgbClr val="252525"/>
                </a:solidFill>
              </a:rPr>
              <a:t>   "id": "4",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"metadata": {},</a:t>
            </a:r>
          </a:p>
          <a:p>
            <a:r>
              <a:rPr lang="en-US" sz="3700">
                <a:solidFill>
                  <a:srgbClr val="252525"/>
                </a:solidFill>
              </a:rPr>
              <a:t>   "outputs": [],</a:t>
            </a:r>
          </a:p>
          <a:p>
            <a:r>
              <a:rPr lang="en-US" sz="3700">
                <a:solidFill>
                  <a:srgbClr val="252525"/>
                </a:solidFill>
              </a:rPr>
              <a:t>   "source": [</a:t>
            </a:r>
          </a:p>
          <a:p>
            <a:r>
              <a:rPr lang="en-US" sz="3700">
                <a:solidFill>
                  <a:srgbClr val="252525"/>
                </a:solidFill>
              </a:rPr>
              <a:t>    "import tensorflow_datasets as tfds  # TFDS to download MNIST.\n",</a:t>
            </a:r>
          </a:p>
          <a:p>
            <a:r>
              <a:rPr lang="en-US" sz="3700">
                <a:solidFill>
                  <a:srgbClr val="252525"/>
                </a:solidFill>
              </a:rPr>
              <a:t>    "import tensorflow as tf  # TensorFlow / `tf.data` operations.\n",</a:t>
            </a:r>
          </a:p>
          <a:p>
            <a:r>
              <a:rPr lang="en-US" sz="3700">
                <a:solidFill>
                  <a:srgbClr val="252525"/>
                </a:solidFill>
              </a:rPr>
              <a:t>    "\n",</a:t>
            </a:r>
          </a:p>
          <a:p>
            <a:r>
              <a:rPr lang="en-US" sz="3700">
                <a:solidFill>
                  <a:srgbClr val="252525"/>
                </a:solidFill>
              </a:rPr>
              <a:t>    "tf.random.set_seed(0)  # Set the random seed for reproducibility.\n",</a:t>
            </a:r>
          </a:p>
          <a:p>
            <a:r>
              <a:rPr lang="en-US" sz="3700">
                <a:solidFill>
                  <a:srgbClr val="252525"/>
                </a:solidFill>
              </a:rPr>
              <a:t>    "\n",</a:t>
            </a:r>
          </a:p>
          <a:p>
            <a:r>
              <a:rPr lang="en-US" sz="3700">
                <a:solidFill>
                  <a:srgbClr val="252525"/>
                </a:solidFill>
              </a:rPr>
              <a:t>    "train_steps = 1200\n",</a:t>
            </a:r>
          </a:p>
          <a:p>
            <a:r>
              <a:rPr lang="en-US" sz="3700">
                <a:solidFill>
                  <a:srgbClr val="252525"/>
                </a:solidFill>
              </a:rPr>
              <a:t>    "eval_every = 200\n",</a:t>
            </a:r>
          </a:p>
          <a:p>
            <a:r>
              <a:rPr lang="en-US" sz="3700">
                <a:solidFill>
                  <a:srgbClr val="252525"/>
                </a:solidFill>
              </a:rPr>
              <a:t>    "batch_size = 32\n",</a:t>
            </a:r>
          </a:p>
          <a:p>
            <a:r>
              <a:rPr lang="en-US" sz="3700">
                <a:solidFill>
                  <a:srgbClr val="252525"/>
                </a:solidFill>
              </a:rPr>
              <a:t>    "\n",</a:t>
            </a:r>
          </a:p>
          <a:p>
            <a:r>
              <a:rPr lang="en-US" sz="3700">
                <a:solidFill>
                  <a:srgbClr val="252525"/>
                </a:solidFill>
              </a:rPr>
              <a:t>    "train_ds: tf.data.Dataset = tfds.load('mnist', split='train')\n",</a:t>
            </a:r>
          </a:p>
          <a:p>
            <a:r>
              <a:rPr lang="en-US" sz="3700">
                <a:solidFill>
                  <a:srgbClr val="252525"/>
                </a:solidFill>
              </a:rPr>
              <a:t>    "test_ds: tf.data.Dataset = tfds.load('mnist', split='test')\n",</a:t>
            </a:r>
          </a:p>
          <a:p>
            <a:r>
              <a:rPr lang="en-US" sz="3700">
                <a:solidFill>
                  <a:srgbClr val="252525"/>
                </a:solidFill>
              </a:rPr>
              <a:t>    "\n",</a:t>
            </a:r>
          </a:p>
          <a:p>
            <a:r>
              <a:rPr lang="en-US" sz="3700">
                <a:solidFill>
                  <a:srgbClr val="252525"/>
                </a:solidFill>
              </a:rPr>
              <a:t>    "train_ds = train_ds.map(\n",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  lambda sample: {\n",</a:t>
            </a:r>
          </a:p>
          <a:p>
            <a:r>
              <a:rPr lang="en-US" sz="3700">
                <a:solidFill>
                  <a:srgbClr val="252525"/>
                </a:solidFill>
              </a:rPr>
              <a:t>    "    'image': tf.cast(sample['image'], tf.float32) / 255,\n",</a:t>
            </a:r>
          </a:p>
          <a:p>
            <a:r>
              <a:rPr lang="en-US" sz="3700">
                <a:solidFill>
                  <a:srgbClr val="252525"/>
                </a:solidFill>
              </a:rPr>
              <a:t>    "    'label': sample['label'],\n",</a:t>
            </a:r>
          </a:p>
          <a:p>
            <a:r>
              <a:rPr lang="en-US" sz="3700">
                <a:solidFill>
                  <a:srgbClr val="252525"/>
                </a:solidFill>
              </a:rPr>
              <a:t>    "  }\n",</a:t>
            </a:r>
          </a:p>
          <a:p>
            <a:r>
              <a:rPr lang="en-US" sz="3700">
                <a:solidFill>
                  <a:srgbClr val="252525"/>
                </a:solidFill>
              </a:rPr>
              <a:t>    ")  # normalize train set\n",</a:t>
            </a:r>
          </a:p>
          <a:p>
            <a:r>
              <a:rPr lang="en-US" sz="3700">
                <a:solidFill>
                  <a:srgbClr val="252525"/>
                </a:solidFill>
              </a:rPr>
              <a:t>    "test_ds = test_ds.map(\n",</a:t>
            </a:r>
          </a:p>
          <a:p>
            <a:r>
              <a:rPr lang="en-US" sz="3700">
                <a:solidFill>
                  <a:srgbClr val="252525"/>
                </a:solidFill>
              </a:rPr>
              <a:t>    "  lambda sample: {\n",</a:t>
            </a:r>
          </a:p>
          <a:p>
            <a:r>
              <a:rPr lang="en-US" sz="3700">
                <a:solidFill>
                  <a:srgbClr val="252525"/>
                </a:solidFill>
              </a:rPr>
              <a:t>    "    'image': tf.cast(sample['image'], tf.float32) / 255,\n",</a:t>
            </a:r>
          </a:p>
          <a:p>
            <a:r>
              <a:rPr lang="en-US" sz="3700">
                <a:solidFill>
                  <a:srgbClr val="252525"/>
                </a:solidFill>
              </a:rPr>
              <a:t>    "    'label': sample['label'],\n",</a:t>
            </a:r>
          </a:p>
          <a:p>
            <a:r>
              <a:rPr lang="en-US" sz="3700">
                <a:solidFill>
                  <a:srgbClr val="252525"/>
                </a:solidFill>
              </a:rPr>
              <a:t>    "  }\n",</a:t>
            </a:r>
          </a:p>
          <a:p>
            <a:r>
              <a:rPr lang="en-US" sz="3700">
                <a:solidFill>
                  <a:srgbClr val="252525"/>
                </a:solidFill>
              </a:rPr>
              <a:t>    ")  # Normalize the test set.\n",</a:t>
            </a:r>
          </a:p>
          <a:p>
            <a:r>
              <a:rPr lang="en-US" sz="3700">
                <a:solidFill>
                  <a:srgbClr val="252525"/>
                </a:solidFill>
              </a:rPr>
              <a:t>    "\n",</a:t>
            </a:r>
          </a:p>
          <a:p>
            <a:r>
              <a:rPr lang="en-US" sz="3700">
                <a:solidFill>
                  <a:srgbClr val="252525"/>
                </a:solidFill>
              </a:rPr>
              <a:t>    "# Create a shuffled dataset by allocating a buffer size of 1024 to randomly draw elements from.\n",</a:t>
            </a:r>
          </a:p>
          <a:p>
            <a:r>
              <a:rPr lang="en-US" sz="3700">
                <a:solidFill>
                  <a:srgbClr val="252525"/>
                </a:solidFill>
              </a:rPr>
              <a:t>    "train_ds = train_ds.repeat().shuffle(1024)\n",</a:t>
            </a:r>
          </a:p>
          <a:p>
            <a:r>
              <a:rPr lang="en-US" sz="3700">
                <a:solidFill>
                  <a:srgbClr val="252525"/>
                </a:solidFill>
              </a:rPr>
              <a:t>    "# Group into batches of `batch_size` and skip incomplete batches, prefetch the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next sample to improve latency.\n",</a:t>
            </a:r>
          </a:p>
          <a:p>
            <a:r>
              <a:rPr lang="en-US" sz="3700">
                <a:solidFill>
                  <a:srgbClr val="252525"/>
                </a:solidFill>
              </a:rPr>
              <a:t>    "train_ds = train_ds.batch(batch_size, drop_remainder=True).take(train_steps).prefetch(1)\n",</a:t>
            </a:r>
          </a:p>
          <a:p>
            <a:r>
              <a:rPr lang="en-US" sz="3700">
                <a:solidFill>
                  <a:srgbClr val="252525"/>
                </a:solidFill>
              </a:rPr>
              <a:t>    "# Group into batches of `batch_size` and skip incomplete batches, prefetch the next sample to improve latency.\n",</a:t>
            </a:r>
          </a:p>
          <a:p>
            <a:r>
              <a:rPr lang="en-US" sz="3700">
                <a:solidFill>
                  <a:srgbClr val="252525"/>
                </a:solidFill>
              </a:rPr>
              <a:t>    "test_ds = test_ds.batch(batch_size, drop_remainder=True).prefetch(1)"</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"markdown",</a:t>
            </a:r>
          </a:p>
          <a:p>
            <a:r>
              <a:rPr lang="en-US" sz="3700">
                <a:solidFill>
                  <a:srgbClr val="252525"/>
                </a:solidFill>
              </a:rPr>
              <a:t>   "id": "5",</a:t>
            </a:r>
          </a:p>
          <a:p>
            <a:r>
              <a:rPr lang="en-US" sz="3700">
                <a:solidFill>
                  <a:srgbClr val="252525"/>
                </a:solidFill>
              </a:rPr>
              <a:t>   "metadata": {},</a:t>
            </a:r>
          </a:p>
          <a:p>
            <a:r>
              <a:rPr lang="en-US" sz="3700">
                <a:solidFill>
                  <a:srgbClr val="252525"/>
                </a:solidFill>
              </a:rPr>
              <a:t>   "source": [</a:t>
            </a:r>
          </a:p>
          <a:p>
            <a:r>
              <a:rPr lang="en-US" sz="3700">
                <a:solidFill>
                  <a:srgbClr val="252525"/>
                </a:solidFill>
              </a:rPr>
              <a:t>    "## 3. Define the model with Flax NNX\n",</a:t>
            </a:r>
          </a:p>
          <a:p>
            <a:r>
              <a:rPr lang="en-US" sz="3700">
                <a:solidFill>
                  <a:srgbClr val="252525"/>
                </a:solidFill>
              </a:rPr>
              <a:t>    "\n",</a:t>
            </a:r>
          </a:p>
          <a:p>
            <a:r>
              <a:rPr lang="en-US" sz="3700">
                <a:solidFill>
                  <a:srgbClr val="252525"/>
                </a:solidFill>
              </a:rPr>
              <a:t>    "Create a CNN for classification with Flax NNX by subclassing `nnx.Module`:"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"code",</a:t>
            </a:r>
          </a:p>
          <a:p>
            <a:r>
              <a:rPr lang="en-US" sz="3700">
                <a:solidFill>
                  <a:srgbClr val="252525"/>
                </a:solidFill>
              </a:rPr>
              <a:t>   "execution_count": 3,</a:t>
            </a:r>
          </a:p>
          <a:p>
            <a:r>
              <a:rPr lang="en-US" sz="3700">
                <a:solidFill>
                  <a:srgbClr val="252525"/>
                </a:solidFill>
              </a:rPr>
              <a:t>   "id": "6",</a:t>
            </a:r>
          </a:p>
          <a:p>
            <a:r>
              <a:rPr lang="en-US" sz="3700">
                <a:solidFill>
                  <a:srgbClr val="252525"/>
                </a:solidFill>
              </a:rPr>
              <a:t>   "metadata": {},</a:t>
            </a:r>
          </a:p>
          <a:p>
            <a:r>
              <a:rPr lang="en-US" sz="3700">
                <a:solidFill>
                  <a:srgbClr val="252525"/>
                </a:solidFill>
              </a:rPr>
              <a:t>   "outputs": [</a:t>
            </a:r>
          </a:p>
          <a:p>
            <a:r>
              <a:rPr lang="en-US" sz="3700">
                <a:solidFill>
                  <a:srgbClr val="252525"/>
                </a:solidFill>
              </a:rPr>
              <a:t>    {</a:t>
            </a:r>
          </a:p>
          <a:p>
            <a:r>
              <a:rPr lang="en-US" sz="3700">
                <a:solidFill>
                  <a:srgbClr val="252525"/>
                </a:solidFill>
              </a:rPr>
              <a:t>     "data": {</a:t>
            </a:r>
          </a:p>
          <a:p>
            <a:r>
              <a:rPr lang="en-US" sz="3700">
                <a:solidFill>
                  <a:srgbClr val="252525"/>
                </a:solidFill>
              </a:rPr>
              <a:t>      "text/html": [</a:t>
            </a:r>
          </a:p>
          <a:p>
            <a:r>
              <a:rPr lang="en-US" sz="3700">
                <a:solidFill>
                  <a:srgbClr val="252525"/>
                </a:solidFill>
              </a:rPr>
              <a:t>       "&lt;script&gt; (()=&gt;{ if (customElements.get('treescope-container') === undefined) { class TreescopeContainer extends HTMLElement { constructor() { super(); this.attachShadow({mode: \"open\"}); this.defns = {}; this.state = {}; } } customElements.define(\"treescope-container\", TreescopeContainer); } if (customElements.get('treescope-run-here')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undefined) { class RunHere extends HTMLElement { constructor() { super() } connectedCallback() { const run = child =&gt; { const fn = new Function(child.textContent); child.textContent = \"\"; fn.call(this); this.remove(); }; const child = this.querySelector(\"script\"); if (child) { run(child); } else { new MutationObserver(()=&gt;{ run(this.querySelector(\"script\")); }).observe(this, {childList: true}); } } } customElements.define(\"treescope-run-here\", RunHere); } })(); &lt;/script&gt; &lt;treescope-container class=\"treescope_out_bcf22bca6b9d4df4b70d1d07f9f1f4e4\" &gt;&lt;/treescope-container&gt; &lt;treescope-run-here&gt;&lt;script type=\"application/octet-stream\"&gt; const root = ( Array.from(document.getElementsByClass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Name( \"treescope_out_bcf22bca6b9d4df4b70d1d07f9f1f4e4\")) .filter((elt) =&gt; !elt.dataset.setup) )[0]; root.dataset.setup = 1; const msg = document.createElement(\"span\"); msg.style = \"color: #cccccc; font-family: monospace;\"; msg.textContent = \"(Loading...)\"; root.state.loadingMsg = msg; root.shadowRoot.appendChild(msg); root.state.chain = new Promise((resolve, reject) =&gt; { const observer = new IntersectionObserver((entries) =&gt; { for (const entry of entries) { if (entry.isIntersecting) { resolve(); observer.disconnect(); return; } } }, {rootMargin: \"1000px\"}); window.setTimeout(() =&gt; { observer.observe(root); }, 0); }); root.state.deferring = false; const _insertNode = (node) =&gt; { for (let oldScript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of node.querySelectorAll(\"script\")) { let newScript = document.createElement(\"script\"); newScript.type = oldScript.type; newScript.textContent = oldScript.textContent; oldScript.parentNode.replaceChild(newScript, oldScript); } if (root.state.loadingMsg) { root.state.loadingMsg.remove(); root.state.loadingMsg = null; } root.shadowRoot.appendChild(node); }; root.defns.insertContent = ((contentNode, compressed) =&gt; { if (compressed) { root.state.deferring = true; } if (root.state.deferring) { root.state.chain = (async () =&gt; { await root.state.chain; if (compressed) { const encoded = contentNode.textContent; const blob = new Blob([ Uint8Array.from(atob(encoded), (m) =&gt; m.codePointAt(0)) ]); const reader = blob.stream().pipeThrough( new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DecompressionStream(\"deflate\") ).pipeThrough( new TextDecoderStream(\"utf-8\") ).getReader(); const parts = []; while (true) { const step = await reader.read(); if (step.done) { break; } parts.push(step.value); } const tpl = document.createElement('template'); tpl.innerHTML = parts.join(\"\"); _insertNode(tpl.content); } else { _insertNode(contentNode.content); } })(); } else { _insertNode(contentNode.content); } }); &lt;/script&gt;&lt;/treescope-run-here&gt;&lt;div style=\"display:none\"&gt; &lt;script type=\"application/octet-stream\" &gt;eNrtPQt3mzrSf0XXPWfjbGMM4mFIb3I+J82rbdJH+t7d4xUgbBoMFLCdZE//+zcC/HZsnPrZkNzbJDCSRjOj0cxoNP47jO4ceshFAaWh4fm0FnhehP6HfC+0I9tz91FAHRLZbfoCWZ4blSzStJ27fdT0XC/0iQHPOw07oqX4j33kB/</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scOoFHddiu58eOp6LjzWiXFTD7yWa5YMz/GC/aTpC5T+pTsAAP3ZZtTYR5YdAZgbUTd6gXximrZbLznUivYRNhpsEJeWGtSuN+CJwMmsGzciNuDca5b+Umrboa3bjh0B5qQVeT3Yku1Gge2GtlEK7XuavE3R/fV3OSHP3z3ylIKWC2MG8Cw0AtuPEJvfwQ7xfcc2CKNY2TMiymYfUNLcOSwWdw8OgaAwXhghk1puiA5Q1LBDrk6jD0DtK8+kxV2u4YURF7+HqdEI1XzqsilXDdYra/Sv/0x6c05c06Hw2m05zotkBA7QvPY8F54WO15ws4sGcfC+wCP2auhxZBvsoU8DywuaxDUo53qd4m7MXxigOPYGlZJGfyMR70I/toWKI1hzDnXrUQMdHCCegUxFPaBRK3CB7og6Ie0j1mi5DLPRrsOGbUUMvxiA/fILvh8YoQhS5ZpehwvozxYNo6prN2N2nQakSYsJTXZZHy/GBvJbYSMh44sJc+wOcZBMY8oss+PAsEgYGXn1upOsylq8ckBafdYXe0KdaA/RNgh4ykmGXfw3d0PvGNELQYEhlAJzhkPC8A0szrTfYqHXZ60JYljoDv5rF+gJ4h/</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Hf5UkLwLTbKO7woDCsPgooIjrMlN4eFPgC8lxABqbtAtw0sZ881yJr051lAZZdorB0L4q8JlMB+64XFTnLc0yiQ2sXut1vkLB46BCdOofDb2rJGHGbfaNBjRtq7u6ifzIidVVM5Pn7iOcEmTbHlQx7dl+KJwd/v5ioJ39xsT6rEV0PaDuW41i9PVNUTHi+D2B4zSZMawCCxF+MCSMgJEG54bVpsDsBfhi81mlQt0ZvfRA9ai6MQg+NCvyF5WEOQPDwZVl9CLfV1GkwCKCpgqz0AUKmheuDY4iCLMg9AGrWGCv6AOleMb6ltElQLJV0xzNukkcg0zpgR4OEs4J/i0LPsc1pkIl4zQL+xQSXBgw5H9ChDSDk0CxJhX2nO2csufvIjghsFazxEN0f2HNBECaxB6BNO4RB77p76yggOkQxe/f3dQpqe4Byz4z4a7LsJvtrSWAbbLoPg8D2xrLdeEHEZJgyZiym4yObJLgJKamDtnDHWy9ITHs4sKaTG3XhhzCMDYV9tPNvLOvGzjrRG270IJLKCpBkfGQDt4KQMdD3wFyiwYRx7XBxw8ZLIR6oFKv98CEZX8yo/elF9DYaH4Wzw5plB2FU89xECY0vrWlLicMyW00TWYV+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2E46Moslk1SVAHAzdBI17Qv35zNFDF/p3eAtXoTlRA/deThLaACiNQQEjwGiYD/5sKklkYcTp2LglIhU0cdH3X1D0nRG9bEZuviY6TlvDTv4OFUepQ/QYciETzNsGkaMD+Aua9G0Fzm4TU7LkdzyjPvl+Mi3nSOvYLeE5je//wLJP1MWEWk9VdvyXXIWHNgH0ACNtrT6xoaPfo6ulpY460GR5ykPTpBmaSiJSIC4yNLc/dwcdsEGZOB8TtSnPcLRJCRIFiYPaUvFY031R6GABjbGr+NYxJPCT6y276XhARd6xvPfBuwJJhT/rKaDZ1B5oN0LPL5l9cw2jUYn+1xlbHgO2XLBaeS1bsAFzALMABwCCxCHuQzCKEqZo1A5wlM6BuOvlhdxSwHAZcmGnWW4zp1jy0+A3iGEXwmcFhA4MmtvG5MCKsfQ/fpWGSWlQJJibYVSAmzKwaYMfPFnFccIFqfkAt+xY6GVp4arzwwN8jzNLqkMAFDtS6W0WXu5ZFDEGcAOiDwzTGuFgfpkRKH5VSZvZNyv3Y/CdBqR4Q0wa2FQVRNml9D3mwRuoU8YC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jT2kjXjw7CggeJHKKXyGCpjqnphhB9ieaknmaOMfkgwR+F6dnfCQFjawyArF12ek4zGbhZcVyPLiV8QYzXROxjyJ+N5AE+cBvonKgowncEmab8hQNFdFgFIadBvWsretjtu14eJW/a67D4tpY9XSM2+FxZTsMQWVStMJyjQJszu4YlNMKDmNl9mifj/hhzFhL9MVWVwFKcD/+Kgx6UEK/pM/p14RRwuAGQd4oNhNNu5nJ/0D4+QuJTxGENRiwdgFoHHpCHSiQ4D1LxgIOo2iSwPgy+G1XtoJDbPDUfsUEaER6ncY0UN2gEK0W83W+l8M6I/xNTpjMwyaiYSZaFllsFmTWoRhxMsXoz+qgYBueOswGsWTc9osQAixwywkGsTp0XD4u4uF3pNWozNMhZpZj+5xCljUeaMbllhB+2i3V5cP2xQGrHgP+2g4+vrazaba/aMhfLjl1xA47ja9Z1rFP/7f6kraNCugTi/WzgYiHPZYYaTPuukKlNi8dkwMPZRK3CKzEfZZ+/LHc+y8AsdvCBF2jN57eyyXj2qxl8X76tVL/7t6EMH/j0/</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VZPqtO+jprVav3Ge21enBwdd75Vqx+/Hb+qXl4cHVdP67cX528aUXh0adO6ePryK35zoXxrX/st+92l/FF49fXiw+fL9pfL++jd3enp8fMv9ZuP9tFLvmG/fN96dWKe/eDP9bLVvjD9n6+Vxs8vtv2+demeNc6tT1H1k3J0FUjV0wv35kQxPrVa7vMP8k8jvOm0rVOn/PO2fuKpdf1V50wVzqtlt/pBfhMEr4QPz+v3/AeTr76yhPpV5bhz9gPXee+u9aFSaZ4ISuf8q/a2Xvfpx5s7iV7o97KhB2/PIlKtv7+46rwk4V34vnVx8fXLyWmn+u69f/HN/FQuP69XPla+ihFvvX73s9qWoc831atK9bJTbdbvP1w/b32/pidfb7GlGPdX0ofzO7l1VH19f/TDP/VF+/z98Qn/vfVOuq641tGbk/PTy2bVfq62T3DDFRqV5/rnztcfnfOg/fLs07H7wzo5qUfP3xrfHacia8evOkdqQ5MuL8+uxbPv1XrzQv5x9F6LPp7Rc+3k6OjiTHxZlz6Uvxl3evUMePr5dbn6/oxU6eWxUz2/P3lb/</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x7VlaN39bdvL14e3djvZXp69PX46NSweb8ReL4LsuF/P3kp3As319axFTXuXrvnJjkNzy3+qnl2cqUcmdWfnz/7JAqvvzdNk9gatu416ZP946fiNwPlrfft+NoOzprtV2fi9Zdr8fQEG0fvrY/Pzx3PP5NOw45M6j8V1f5Or68c/4t7dH5BzcuAtr78PDtuCl9Og5vr61sZK1++hJ0qYLSL4oO8qLgTi/UOs1D+C//0Vj8xPR/8tP6SjI8fOY6bArGXrNn/QF/Tj3ka8XlY7JwncQPoG8TDNVAxcd+HTythCX702PIFsNS9Z89CUA+sCxavYE4+6RA7Qi5p23USeQEHPfu6RwKT6wR2RD/S26jY74sZcElf/SMxsKiKhYFgBjsMg1E+2k3qtaJi97R0rF1Am16bjjX9tYcwz/Ox4QrKF5yEYhyWmzzuQMSi0EeOBSS7GoydHxbQM3RKbAcUW+QhBvxXrNnAuHfBhwZtbAPNKDFZwOX5IO3Sg70ZR3oseINi9XhQGLJh95F34xgN8GAqqsyMTV5EqsxpsiCLKq/</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KmliRURkMTpjvJPudnSIU0v7TM8Phk4NRrxiAE7vhb9v1W+lOVogtBd27LUzsJDUq4GViUMAk48bD4w4dJ6VmORoOCI1gOrz3Fw7/4USMkAAxHW7o5UiMA96mPSQ/jq+uir0n6czH+u5aeYUJM+oe/RUOQUbekYCAU6BiaU+SVVQUORFdHu0ODznUx1iUYNg1KkyBHgOFhdsWDuYTJqwonCpmkCNhqhz9jthstrhYDrnlXJf9zyVRKW5EgoDq00Ropx8f3UGee8w01cHOnKo6Po3f3UG94O1BgYvZXehzuvcODLPkJYvHj0ae4WWsmGDja8Dv6fQPp4joo5aAiHlUFED8X69M/G9o4FKnFjYIyN6SRbW4ek5zg/ObyvYhyMXIwFiYvTDt/UQhSVIRCodi2v/euJD1vEuQpDklcYW0/xf/n+zkB+DHcyArP/5wegvz0FtYN72Frac3nofeeO3yjTOQcm+DyS3OQ25xYeROfuxuu7SuYifMaL88YJEcrNJsXrIR3CaBzTBxbH3EDI7tvvWZRVnEYB3mMFZVZgfjGXbwvPZVHCA+yMBR2zwo9JIlDUXTMS/xpmiKEhbBC8REUyu8qFgVyyLKyKCTkiwLhz9AFOLINbIcj0QiLop7CP4T9lg6+uwlMx5k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irLPCKYFZMDcuyZAhYFyVNVHRelbCmqaKyfG90UjhgMknYIptOln/U+8uwPKeEzbt3TV3bK1mMyflFliWZQC5mYY4uPlh9n+0QVJl9H/eIGrYJqwjZLuqf77CDn0cJ6x9JzqmGwtRtZky+t9CgWO4e8lgjQrdJmJsQS2U/I/F05jOIdZgPIgbrAatoA4wHk/CCZViyxCu6xGu8LsiKQahEBJUKvMk/1njAe4szGnTDlFRZMmVKNIlijRgq1hRFMzVN0HTe2gKjAcjxVIwFtqiy7G19uNxQ2ABSPlUjYdm7xGMNBNutWZRErYCO2Al/QFxyYG7TST8AuHoOeK0oEwt6ocqt4sHg7KYzYRByXdG2Gru98Ccf/8H0ssU8ATA//Fsw5TOf/SWwG3L0t4UnI4x+why0FvJzkVWriMfqaVZywPwDbZV0XtMpnwKtnurpxZVJVE9qQIB9/uwWV15cVy9Pkt+2kQnpNKczIQVah6kO1kPNtJ14rD/QWh+c3iyDfRB2bdbiH8uLkfll2g/Wx43Ua6ix+78+zK/lRn8cRybMcTpXJjRYPWdaIa2NH0EM1R8q</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H4MWnQbWdKd3HQ+dKFWT/wmCW+mEv7Kc7eS8Gxi04nOIFZPcDMOB/yJFI9nNp3kMcg6LNOANGsTKL+KGwaTK7cVpnLt2UTWjp14ssMd2LD8u+4xZ3rG89jrJgsIwySV8ZKzp/gFSiz9PqopjsnjwYD9ppj3PVmZZeL3AJdy0rGdvtH6iDeHOgioYYcPmORbr4Z7s5vBgS7Y2hwj27UnmuCDKsRquXGlVRTndLgGrbHLYuBZc+yt48EfIdMhHOsMkQjxt5hKmLckjR/QLdvoV7EZZfKpGODSjq1fwk7DbtsDaeP7caKgIM9C5U8hDcKyEdhhOaC+l/waAYvKLA2nzLWp2y47tl7276KG54qcwJdDVkzaB8kgdRqWYUco18LAKLtumU2BFW+7h045/24RCU0TxGu7dvuHq38UspgFLjdE1GFawiMv3BArobfEY6TSNWxqpl4hIr959kFPtmYf1K92Zcryuhbm1pstq+PpYzUaQ6BWpy4NSBpEo+bTVW4s0XOYlJPos2n6bRKOPXWn8BVZ30B1Nwnp6atkUovVKcGFWycMnk3Jc1oM67mU4Badiq+bz+VMzO9Wa+h/RgAaKeRamDtDcHv3rSVVZvidPQrnxUGeUnEQPE0E8RqLgwjqnqQpqFiROD4vELIobm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3zAiFLpf2MJEGcFwhZML2FeegtbEzBiu0lOJ6H4GuvEKJI22bx43kqhOC8Qsjat8K8QsjGXu/FGW534zVWCGHGMLvmWxG5ykZUCZEMUVblCjhSgiLxItZVU9NkWTdUXtBVmf+tKiEi3kOKtMAyIUSiJjEwVQxdUrCkS4LMy5SaFYOXecpvS5mQlC5P4+ovzlzYAud1QjaRnE/zCvBqdpK8TsjGGhKzUoXx2uqEKBIqYlnZhDohOi+qsCMLClYUSbIkldd5Q5V1ohsVXcbCI80HRVpgnRC+UhEIMSq8hbFUUTTAUJCxSE1ZsyjRxc23Ghg5noqxkK24Bc7rhGwWKZ+qkbDsXWLJdUK2MzyZsVAI3o5CIb2I5VbxIGuhEJwXCllF7HNGFQCcFwpZIuUznwHmhUJ+n9bCHLTOC4WsXEXkhUKGqZ+hUAjOC4UsmQkZCoXgvFDI0qz1rIVCcF4oZDV7QTZm5IVCVsCROQuF4LxQyNJZkqVQCM4LhSye8LMKheC8UMiCKT6zPgDOC4XkhUI2u1AIzlrrAueFQjaMeHmhkJS0WQqF4LxQyKb7VbMuruO8UEheKCQvFLKOQ/oMazMvFLJliRer4WleKCQvFLJFhULw3AUkcF4oZAsLhayfz3mhkI2p0vDYPYq06zXf85x</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Pl2sDAEmZBEAZlkUh1Rkt4uuJyfKWKVyrBb3UAcUr9dJqzAU8R7Cu3uoe9Sf/L1lORXd6T7EyO77panPHvEHWYI8/Qc1ut60ZRBBkYYt8cdKSFLpRJi3mIwAf2mSUqlURGmNFWVQDEbNLa8s8yZ+uJbaMin/HxL39PUa68uovLjHVzAqihxGlyuuL5PfwVqu2M24hDcMtQ4hVHm8pwpKFulbzY0sw5BVIku8SVVFqvCKJmFF5k3JpJIpUuHRF7oFUYHdWlYW+PnNhOiSRHRFEWRJqlSIYkq6phBeMAWV8ltwL6tPlD//dtbwUpt+rWgSbH5La4NI+vRua612P8mvdW+wSTEttWsQZh3mBLvWXRRmFkpcjSnBq5rOy7ooa5YoYdEixNKoqVSIocuSWnmsKQFzXOTtbokYGi/plk4tSZVErULEiqTCLkCwoMpk862ImB5Px4CYfSt5HDI3HjaEnE/XcFj+rrHsq97grGwn6TNc954AurkXvkHhbycjstz5ngSb309YMCNm3VAYhctT5hdJ/am5skNAedp8nja/iWnzXSHNkPs9ATRPnd8QAubp8z3izkqgH</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PMU+g3NDY7NalzAmieRp+n0edp9KsLgmRan3kq/dYFt1bF10d7lF7UTV394zybgeT4gWlumpYaQK2nq2StImymrhrAdqav3gddmb4SBKwtI++didIfl+++Lp7mGe4blSv6eznMeEtzmPPc5d+TRzxdHtf52Zh4T67wqAiCJq78ozHzPKPlSl2mVLN1fhYVCJ+SCB/eiHQjQ5cN2cQVQxF4SVAUIkiqKpgSppZIKgb5jXQjJPCLyziCLUG3FNFUMFUkxSSahWXZIkSXiUGwgrcj44iR5KkkHeE5UmzzD6HaWJI+1eSjVW0ledbyBlsTs9M91veBVAKYERK/CZ9HVcGCKqoa1WVeh73Z1KloGIJkKqahYE2XH2lDCPwCM5Y10dBVVdF0DMaNVqGaqYB3qVdkXuaxINLNtx8YOZ6O7ZA1wzb/TKoNJOfTtRmWv2EsOWF5S9NkcfZ85S35gCqB304+ZE9Xxnm68jIZkS1dGefpykuhfobsxLzKd56uvPHpyjh7tm1e6XsTCZinK/eImy1dOa/4vflB2Qxpc3nV7zxdOU9XXlMIJNP6zNOVty60tSq+5unKebrySrz0rKmtOE9X3o505dXzd</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4" id="64"/>
          <p:cNvPicPr>
            <a:picLocks noChangeAspect="true"/>
          </p:cNvPicPr>
          <p:nvPr/>
        </p:nvPicPr>
        <p:blipFill>
          <a:blip r:embed="rId64"/>
          <a:stretch>
            <a:fillRect/>
          </a:stretch>
        </p:blipFill>
        <p:spPr>
          <a:xfrm>
            <a:off x="0" y="127000"/>
            <a:ext cx="23749000" cy="16548100"/>
          </a:xfrm>
          <a:prstGeom prst="rect">
            <a:avLst/>
          </a:prstGeom>
        </p:spPr>
      </p:pic>
      <p:sp>
        <p:nvSpPr>
          <p:cNvPr name="TextBox 64" id="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DATA[FPSlbeJSUtLDt0GZvQgTbt9+P8d0dMB</script> <treescope-run-here><script type=\"application/octet-stream\"> const root = ( Array.from(document.getElementsByClassName( \"treescope_out_bcf22bca6b9d4df4b70d1d07f9f1f4e4\")) .filter((elt) => !elt.dataset['step0']) )[0]; root.dataset['step0'] = 1; root.defns.insertContent( this.parentNode.querySelector('script[type=\"application/octet-stream\"]'), true ); this.parentNode.remove(); </script></treescope-run-here> </div>"]]></a:t>
            </a:r>
          </a:p>
          <a:p>
            <a:r>
              <a:rPr lang="en-US" sz="3700">
                <a:solidFill>
                  <a:srgbClr val="252525"/>
                </a:solidFill>
              </a:rPr>
              <a:t>      ],</a:t>
            </a:r>
          </a:p>
          <a:p>
            <a:r>
              <a:rPr lang="en-US" sz="3700">
                <a:solidFill>
                  <a:srgbClr val="252525"/>
                </a:solidFill>
              </a:rPr>
              <a:t>      "text/plain": [</a:t>
            </a:r>
          </a:p>
          <a:p>
            <a:r>
              <a:rPr lang="en-US" sz="3700">
                <a:solidFill>
                  <a:srgbClr val="252525"/>
                </a:solidFill>
              </a:rPr>
              <a:t>       "&lt;IPython.core.display.HTML object&gt;"</a:t>
            </a:r>
          </a:p>
          <a:p>
            <a:r>
              <a:rPr lang="en-US" sz="3700">
                <a:solidFill>
                  <a:srgbClr val="252525"/>
                </a:solidFill>
              </a:rPr>
              <a:t>      ]</a:t>
            </a:r>
          </a:p>
          <a:p>
            <a:r>
              <a:rPr lang="en-US" sz="3700">
                <a:solidFill>
                  <a:srgbClr val="252525"/>
                </a:solidFill>
              </a:rPr>
              <a:t>     },</a:t>
            </a:r>
          </a:p>
          <a:p>
            <a:r>
              <a:rPr lang="en-US" sz="3700">
                <a:solidFill>
                  <a:srgbClr val="252525"/>
                </a:solidFill>
              </a:rPr>
              <a:t>     "metadata":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6" id="66"/>
          <p:cNvPicPr>
            <a:picLocks noChangeAspect="true"/>
          </p:cNvPicPr>
          <p:nvPr/>
        </p:nvPicPr>
        <p:blipFill>
          <a:blip r:embed="rId66"/>
          <a:stretch>
            <a:fillRect/>
          </a:stretch>
        </p:blipFill>
        <p:spPr>
          <a:xfrm>
            <a:off x="0" y="127000"/>
            <a:ext cx="23749000" cy="16548100"/>
          </a:xfrm>
          <a:prstGeom prst="rect">
            <a:avLst/>
          </a:prstGeom>
        </p:spPr>
      </p:pic>
      <p:sp>
        <p:nvSpPr>
          <p:cNvPr name="TextBox 66" id="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"output_type": "display_data"</a:t>
            </a:r>
          </a:p>
          <a:p>
            <a:r>
              <a:rPr lang="en-US" sz="3700">
                <a:solidFill>
                  <a:srgbClr val="252525"/>
                </a:solidFill>
              </a:rPr>
              <a:t>    },</a:t>
            </a:r>
          </a:p>
          <a:p>
            <a:r>
              <a:rPr lang="en-US" sz="3700">
                <a:solidFill>
                  <a:srgbClr val="252525"/>
                </a:solidFill>
              </a:rPr>
              <a:t>    {</a:t>
            </a:r>
          </a:p>
          <a:p>
            <a:r>
              <a:rPr lang="en-US" sz="3700">
                <a:solidFill>
                  <a:srgbClr val="252525"/>
                </a:solidFill>
              </a:rPr>
              <a:t>     "data": {</a:t>
            </a:r>
          </a:p>
          <a:p>
            <a:r>
              <a:rPr lang="en-US" sz="3700">
                <a:solidFill>
                  <a:srgbClr val="252525"/>
                </a:solidFill>
              </a:rPr>
              <a:t>      "text/html": [</a:t>
            </a:r>
          </a:p>
          <a:p>
            <a:r>
              <a:rPr lang="en-US" sz="3700">
                <a:solidFill>
                  <a:srgbClr val="252525"/>
                </a:solidFill>
              </a:rPr>
              <a:t>       "&lt;div style=\"display:none\"&gt; &lt;script type=\"application/octet-stream\" &gt;eNrsvema4kiyIPq/noKT0+dERJMZaJc8syrPB4hdgNiXnPyyJRAgNoE2QDX5/8573PsA9xXuo8yTXHNJgBAQEZlV3TPn645cAiQ3c3Mzc9vc5fp1rLsJyz4std/ejXVrs1QOHxNrY629S+jj395NDPPbWJtopqmNv7EkwZFjfowolmVGJKXSDKI5lRAYCiGB5t59/tXaKGv4H+P7/KyYpnJwde/byFjbir7WzMTvid1Mt7UP0G6k4Y7MlbL8lPieuNX4WV9PDACZwJUPE2WlL4G2lbE2fOhPiZGxNMyPif+m+D+fEivFnOrrD6ph28bqY4J4plht9emyx42pvdydvt449hf7sAGGmMp6qr37CiS4mmnrI2X5QVnq0zVQoY/HS8A00Ze2BjRMAZsF97VH8ilhQFe6fXgk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8" id="68"/>
          <p:cNvPicPr>
            <a:picLocks noChangeAspect="true"/>
          </p:cNvPicPr>
          <p:nvPr/>
        </p:nvPicPr>
        <p:blipFill>
          <a:blip r:embed="rId68"/>
          <a:stretch>
            <a:fillRect/>
          </a:stretch>
        </p:blipFill>
        <p:spPr>
          <a:xfrm>
            <a:off x="0" y="127000"/>
            <a:ext cx="23749000" cy="16548100"/>
          </a:xfrm>
          <a:prstGeom prst="rect">
            <a:avLst/>
          </a:prstGeom>
        </p:spPr>
      </p:pic>
      <p:sp>
        <p:nvSpPr>
          <p:cNvPr name="TextBox 68" id="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mnH+7s48xwfUZdo/4xfGtnpWomIFwb9uPHiTFyrCdAqxrmWDM/mMpYd6yPCXqz/2Mog88+0Rj9USa8//Mp7O5jgtzsE5ax1MfnWy/0+mxBS8204vrykvR8Emx9AzAXivwpsTEs3dYNEJuiAg2ODddUZbSYmoazHn8ISfY7ukWwuoS2gEUZj/X1NNCr0Qyj1dcgoQ+aq61t69jZTh/bs48gPfsDJg5ufUpgyiZLY/cx4eqWrmLFuR6W90Ffj7U99EwQxMujVI39G0dp7D9YM2WMuyb8P3hY/oDehxcouBAO/faATnShF8gaLfXRYqzYyo9IbGkomKPfVpplKVMtoj3HGf3911RgS361TU2zRsZG+2A66w8zzYRr1sjUN3bC180HZbMBGhTMgZQxsjX7gwUwyurh8y/4B7q17MSRisRvicfHp8RvnxO//5JIwN+Jsx5h0MRYszRTh1nuaR3ghvCIJw00SCRMzXbMdcK/msZ4niemsXpUbEOFRu8Tjysf4ep5ZIw1GbMybT8ST0+fAPr7L/</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0" id="70"/>
          <p:cNvPicPr>
            <a:picLocks noChangeAspect="true"/>
          </p:cNvPicPr>
          <p:nvPr/>
        </p:nvPicPr>
        <p:blipFill>
          <a:blip r:embed="rId70"/>
          <a:stretch>
            <a:fillRect/>
          </a:stretch>
        </p:blipFill>
        <p:spPr>
          <a:xfrm>
            <a:off x="0" y="127000"/>
            <a:ext cx="23749000" cy="16548100"/>
          </a:xfrm>
          <a:prstGeom prst="rect">
            <a:avLst/>
          </a:prstGeom>
        </p:spPr>
      </p:pic>
      <p:sp>
        <p:nvSpPr>
          <p:cNvPr name="TextBox 70" id="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7yQMbbJo6dxSQqh5szQI6f6q/I5IJxo2xrLVdIuzIx/Xoo39WnQnY9hAkHGAA8xrVpfU/hGa/mx+iOCB5qdmJLFamlbJpFjIiaOan+Gimmp0FZdTXjuFYfuNHV1k62vtADQESgx1HiDGqiqV982fD+4QxmViaHdChTxIBaOLX3xLEESIRaQ/DIT6FVwPI85XvCW1paREkn39LkHeQRCl7XmrrqT1LfEhQV6jJ50vkR2QBi0e2dcIYdPnXxONt1OTTp1t0VBV79gx8B56dkD1dUXHu598TZEhPRNJmbEBfzl18/UJ8xUSRQEKA7imRDNEn7gElkgkyBIxKJ+hs+lJn5M92Rt7uTH2pM+pnO6PinYX6/8V8n5i+T6hfb0/awxpCp1HaHFn6etbUAPtj2N9CO/g2vxuq/VLfVBXQbVPZVfV18Bt/D1EUlM1RLU/YLVsBf9bC8ck47OIRIGzFOWsw1ux/0628vgbH8Ojf+h//I1AhcFWP+6dECgMkfk2Q2gfmDHca4P6oWTFtPjXwcVkQmWFkf/WR/fXUBv/4DZbG9PG612QIvTVtEEr4bWPsHvdBg/</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2" id="72"/>
          <p:cNvPicPr>
            <a:picLocks noChangeAspect="true"/>
          </p:cNvPicPr>
          <p:nvPr/>
        </p:nvPicPr>
        <p:blipFill>
          <a:blip r:embed="rId72"/>
          <a:stretch>
            <a:fillRect/>
          </a:stretch>
        </p:blipFill>
        <p:spPr>
          <a:xfrm>
            <a:off x="0" y="127000"/>
            <a:ext cx="23749000" cy="16548100"/>
          </a:xfrm>
          <a:prstGeom prst="rect">
            <a:avLst/>
          </a:prstGeom>
        </p:spPr>
      </p:pic>
      <p:sp>
        <p:nvSpPr>
          <p:cNvPr name="TextBox 72" id="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J6unppNvfI1p8mvsXfEz8dmED8P2An7EbMfZjjQn4f3ew8fYB2luUxVueRn1x42hFfSkfW62U/eNR7iFBT5/ujPTXU4sTlf+bfgXTDqSF50zit19iktf2m8eTClzyAKbhWb1Bd07NjkM7if7UB7Dq2FMqmMiXbEnFGBc4D2As2FqAvTVlTlMPz45PEdU5QsVU54QMZgxJXKrAybziqb7RsJXF2g5+96XJmgpxHnGFM+uI5KY3+cPSOiv9kZPnr7dUNY4I83WsrY2VvoYYwzzpsL5+jKjArWHHTF/IAp+EiLV7/wqW40TB4BdiuyAqJrtLgm8KMGT+m8QWQXd2sVdewDZaOJBu2SZE3IGvv4zdTk7k6LouXMzfzKn6+Jffze+Jv/w+xf+p35/+dtPd4PjeVCwIq6Y/12OkBU5H1pDVHKDFM0VSHMxPE0z0M0+yFHye4s8ET+HP6tlIncE+J0hKOPM+HMyDnwA93FTpYxM/iXm4YGhsoJCfL2XFhoRpDTEQyAP+Ht5DmuhfOjlKEPIjVlPdD/jg16/HJmGQBdeSyadYhGYaO2gfNvyifz0qyAndPEA3B3TQ9oRqHkUVOh9j92X+NXoVOrH3z</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4" id="74"/>
          <p:cNvPicPr>
            <a:picLocks noChangeAspect="true"/>
          </p:cNvPicPr>
          <p:nvPr/>
        </p:nvPicPr>
        <p:blipFill>
          <a:blip r:embed="rId74"/>
          <a:stretch>
            <a:fillRect/>
          </a:stretch>
        </p:blipFill>
        <p:spPr>
          <a:xfrm>
            <a:off x="0" y="127000"/>
            <a:ext cx="23749000" cy="16548100"/>
          </a:xfrm>
          <a:prstGeom prst="rect">
            <a:avLst/>
          </a:prstGeom>
        </p:spPr>
      </p:pic>
      <p:sp>
        <p:nvSpPr>
          <p:cNvPr name="TextBox 74" id="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5j+pjayH3F0MQfa4Zf+PkG+j8R8Z438fqVaAaFjfarbfvAsm/pKMbGovvhtH/7bxP95eA8fyQnPq4z/cTLhJ4Tmf6RGCkGN/I9jjuIpwf+IGI5Xx/5HYcRyjPrwPkSo0Tw/ovw76kgdU8FHkle10eQB2vhsitPV0uDK+JIyfoL/+NCKNuI1IaRMVfmQBmE8EZTwKhIQ538csSoxZoOPDBoh5kTZhFe5cUDOWB2rQkA+0saKxp4o++VE3UhbLluQRQFJ/KfgRixpgcxkok+vcpYxWJz6WssC/NHC+boHQvbTlveJMIXRLbBs+vicywQI358M+lEhwuDMbx3RwlBB/CkMVD4Yi+Vo9siy/46LBk8Pn365oUjQFUxE3qcm+ID/Pn16GSdPxHBeTawQLw6CT7iDL19OevqFeJ84//36/uIG6V8lr2/8KRBfn67yuEumP+MKBbgBGPLolHA+xKf8KAz7L6KXK1THVhfeRrdqSi1IHp+iE/2K41HD96Piu4EOOwWKZX1+wO+nCOafEiKwmIywmPwa9b93xXISDHklypeh7vX19Sk</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gp9Tc5BhCeQAiczhgtGBBLGogC83CguQj79PXMnumqW33PSfJa4XPfMfl1zAYvLHxfNzt2729bLkPvyU6Ih/CtGdOXpLCPemz8vz8eWpSr4y6eIiCh3XGCe+oQ8LTd6ny3jn2O4zroLF4p6fnac/Ku4fFfhPi/ynhf7iBHvtJhmZf+QPQd6/+TUadZ5n70mcvyaIHxYn8c8nTuIlvhM/Lc4fRntDnFHRncOWo4CfLmV7yvF/PPa42eEViot7+OdSBW5o05HSiEpdiO77T+tLLMt6LZBMPGwUSBbssDr8cFV++0MR5eWsOt7+4tvar9GwM2wC9DhABrhWbfyv6PPPjz7jjvBO3eQWj05lm/d+3eZ9pHDz4yJ4s3L6ubdq3NVLnMTKimlbmYOIm54Sc58v0YQL84//en0FxEa9T9C37wBj2VdbcGELBv+mQYFebcmGLX0I5mcgaPyb/WOQ8JvD+nLOPqM1Zn3t4jweGDpRQErRyRpEwf+eIBP/FqtHnqOnE7RtOtorWrjWpoqtu9ppCfHX8wrnsc1KmUK47YwvliDiMVukXoNXfU8wz9ge</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8" id="78"/>
          <p:cNvPicPr>
            <a:picLocks noChangeAspect="true"/>
          </p:cNvPicPr>
          <p:nvPr/>
        </p:nvPicPr>
        <p:blipFill>
          <a:blip r:embed="rId78"/>
          <a:stretch>
            <a:fillRect/>
          </a:stretch>
        </p:blipFill>
        <p:spPr>
          <a:xfrm>
            <a:off x="0" y="127000"/>
            <a:ext cx="23749000" cy="16548100"/>
          </a:xfrm>
          <a:prstGeom prst="rect">
            <a:avLst/>
          </a:prstGeom>
        </p:spPr>
      </p:pic>
      <p:sp>
        <p:nvSpPr>
          <p:cNvPr name="TextBox 78" id="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+6b46dnaLHX78eEhFuoFQMfFyl+vFCu8cytowE2/bXBb6DMO9+UC8deojcdc3pj+DolvprbRFNv6ZkzwarWzXF748RuFvwu0nxLJpB73eeEMt2yg5n3C0sdaSENIZUBypCB4xUNoWPO36YTcgbZPl41PnPNN9/Vg4jRdm5UbxbWAZTGyEm9j1R1//VK/YbHxR3r1m8a6vRkf+LbwKjo4e5BQOGcvciWt6Oe7EUIsGDrOp6eXo5ZrL3oVKt1zfhG7/iU2vC+3Y79zknfzxo2A8Oud4d4QcHT8Nw1PNCyKFruCxv+KNP7MSOPmXpE3s+Ht7L2zlILDiGApLr0el9ZjfaRZj/FKth5cxx8s0BMfNLYB6WjQv4QmwTfCx7UkAEqAJbgFfdQsuPPlAccxD1/9SAa8jmYqy4eosvl9PG8ca3YE8Al9uFl7ukYZj9iPpJ82zYTD/BKCKnvdevj69dLxHRv/lghbWQt98823Qw+xpZ4IuX/7y+83mn//eHlZW4/h4t9uZ+Nhx7/+aL8B3C2sr8EkPtzqC+9MwutVL9P9FnkEwosvml0tiFyT5wP+wIgeHleKtdDGCcOxnx5+isxvS8NYOJsrao/rN4n/+I/</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v4Ww+nRtmDhB9K3lC9K5T9f1cAJVtRzVsiFG8+fuSQUD2r75a9UPX2Pp4pHSS9B7meMVhc56sTZ26wvy7kQNEbhoZ/f80lt4j6fgLdbj6O72tH3GILfn7OfXp84J58/MgGu9+iGxBV3GSH+r1F6V2csz5I68vt9LRKLd/fqfnx9iSYWx1J410zTMx4dOQEvU9j+EfuTmzq5wF0DQwdzQ18fc42KDaRqE3Npoo6tV2m8Q/CmHztrWl91gw/fjWMO1P3978vuE4jc78i7iv4Lt4bp9qKuWZrr+3p1wG6xmWpoPdrz1+Aghrqlr1mkf81Fc4fUvxNdnPQLYxL2D/hHXzifciV1VzAXedf9bIkLu89bRzEMLwtmRbZjp5fLxIb5zO8r5YGyP0VWJYyakLfF8iXV2qUHQ5NnUVoarPT7d0uQrBj2PdQvGsMaRR1yU7xO/fz/tFIZRWHZ6DWkDpi9vKistsgX8Nm4j+BAV3jGOub2tW3X05TgdbjLP61PHjEl+5JdKjmN+TU8u6fv2VuyXJEb18gfpO0ZOEyOoYOMqD/4W3erqb6nPKJbGMedGkYtXbcWgTnTR1L</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2" id="82"/>
          <p:cNvPicPr>
            <a:picLocks noChangeAspect="true"/>
          </p:cNvPicPr>
          <p:nvPr/>
        </p:nvPicPr>
        <p:blipFill>
          <a:blip r:embed="rId82"/>
          <a:stretch>
            <a:fillRect/>
          </a:stretch>
        </p:blipFill>
        <p:spPr>
          <a:xfrm>
            <a:off x="0" y="127000"/>
            <a:ext cx="23749000" cy="16548100"/>
          </a:xfrm>
          <a:prstGeom prst="rect">
            <a:avLst/>
          </a:prstGeom>
        </p:spPr>
      </p:pic>
      <p:sp>
        <p:nvSpPr>
          <p:cNvPr name="TextBox 82" id="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8Wbek7rSr4pTjm2I0oDH78AFcMxv4e9LB95GK07f44dyNNz9eiLQ83Wh5utrSW4ADGN5rHbkRhLktoZ5BRbBvIBWccLe8HzHgxoRSJZi+4dK/Rp1/ORgdPSp//571TURGB65sEzwxE3J7fILAQ8ScYIlK/3hIRQ6yvX0UbPGJwF+kR0p7hRANbyVxg7J215Ww2hmlDTDP23fjT9d5zX4++4cjnstPgoY+Ylj1FmXbinLHEGWu4rx1fGDmmCbb38qKlbfyMhIimJLG60Gnj7VkFn4+VhEP80lNswxjuIHCCYf/nQv6JHkxq8vj9tE3fp//i4vf4OC9HbBu2sswaSys2bmPZw089+eMkv55vBMMBrl7lZDEGXI375qY4CxoAzLlxpA4WFiXx9lq48wyhEARI/kc/Xjo2O1MUsOwcZ0THdv78V0CZ9FkMfeFt++uLZyJOIw+wneAuFO7Euaaxi3EONLeo6dOZfcW6w1tZd/gR1h3+AOsOL7MuHNz58yusOw89wjsM+HRHFUMXMsJFsha2qHU/VMWd/v79Pn9ixvcNTIpBRDh13fkXn09rCCa+Rh7o+SVO9UiBNMyKrsM9jo2Rs4KJ9zwyNcXW</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ksNf3t8CJo+nJ6J8r8++08V4o3cZ9VMJij8rMNxK+FF85nP2VN7Xx6320eYmvVh8aKntrcvaA2xhkuicPfxgRr7JN4wEuH2af9Bk0q4y/qi6HsuwEMwiXcyYhFehjqRJY2jJ2yed7NH68cvrUPd3Gx3EySk+TIWDTftQ4dX7VeRvf2RnfpXW73Drfrxbd5Xi8XBBhf/cY60at3q8XTzcpfBCVDZvwDo37wi+Lagfgv4e70wcSWGcHe6v38YMwTvn8c7sePMub0YHwaE/m726hHlC88qnX9u0f0e9/r+zML3Z6a8TxDPJPv06a3DuaAJX0zip/FS54fsXq1sh4tf+ImfG6qjr2+I8Ef0LHiSaBV96ua1QRHP7Bsk8oKEP+Dh+BLGlAbfXqmo/HLjUQ0IxkvxxyEjNVrfAEOGGLPAFw9PnFAkf4tG/FFD/NeXDfWnOIVhSnD2J5FwBGtgYJuI2AaJw7n94eX2oRk7u/4EfkZ6qYF1NvETSL9HFkPCqCBoe7p6t/nFx0iCAPB+4PzlxK+v10p3rBr+dhENhwYg8Z/+YkziY+Lf/u18+w6+G9vSo/WAmG/</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6" id="86"/>
          <p:cNvPicPr>
            <a:picLocks noChangeAspect="true"/>
          </p:cNvPicPr>
          <p:nvPr/>
        </p:nvPicPr>
        <p:blipFill>
          <a:blip r:embed="rId86"/>
          <a:stretch>
            <a:fillRect/>
          </a:stretch>
        </p:blipFill>
        <p:spPr>
          <a:xfrm>
            <a:off x="0" y="127000"/>
            <a:ext cx="23749000" cy="16548100"/>
          </a:xfrm>
          <a:prstGeom prst="rect">
            <a:avLst/>
          </a:prstGeom>
        </p:spPr>
      </p:pic>
      <p:sp>
        <p:nvSpPr>
          <p:cNvPr name="TextBox 86" id="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5ge3qv1wtwl3o6IUO3v4YBFNjV1mPtKzhrO2o7v1sUBVGREfdgvgmGRHuKcDBV89xjt/sGBBdtr2r1RcB26X6ni1ClI7Pv0UCNbz2e7WoGvt6yZvrYVwOM8a7S9o/vEo7TM0L6uK4MM8Ay+Mdpj29DH9nFTn2VYV4a3F/Hfh7zNzGdOe3Eztubi6I9XbVV9RvJH653oJxYQf299X2Z5IoP/95QWWxiUr+ds5p7urrXW3dv6ytmJ37S13dv6SrF1/2r+jp/iUtvauj+5s6ur+vY5hJWENvc+npJeCb6vlmdbkIX/dxpdy/pJS/3O3hnrO+/HXDhD8v9bXWC5MS8tMLDS3bNBbanZX5e5izygY3traOYmqvti4bfqj1sMKrtQ9/Vxf7y4uOLRzsrQ0kwar46bmvDzgke3/D+r3W5nT3r1EdJL8m/vM/cZiKNxq8ABGxq/dA7rnUW36UvOtHyX/50X/50Rf86Oc/z4/+8jbnSd5xnuS/nOc/tfP8/Cc4T///aDHsfDyKZl/UKR7X2u74+XLzUeQGdui3ihxP4br0kYR7lbYzph+skuH9I69XxqKVu6s113hF8MSJYJ+B</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8" id="88"/>
          <p:cNvPicPr>
            <a:picLocks noChangeAspect="true"/>
          </p:cNvPicPr>
          <p:nvPr/>
        </p:nvPicPr>
        <p:blipFill>
          <a:blip r:embed="rId88"/>
          <a:stretch>
            <a:fillRect/>
          </a:stretch>
        </p:blipFill>
        <p:spPr>
          <a:xfrm>
            <a:off x="0" y="127000"/>
            <a:ext cx="23749000" cy="16548100"/>
          </a:xfrm>
          <a:prstGeom prst="rect">
            <a:avLst/>
          </a:prstGeom>
        </p:spPr>
      </p:pic>
      <p:sp>
        <p:nvSpPr>
          <p:cNvPr name="TextBox 88" id="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O+1JT684HDvmQU/T44cL+QXH/wCzNGR4SM7yE83HpePQh3uQF0yBG9axmfRYPjwI776OTqRzzX+86FIX6HlL5fm9vOFi4pUtyNQN462idYyX47Cjk/BWc7SjtS8/7TKynGxN0Byrv/DBH1TOSUR0nZZEvfxffrB8s0F0PfLKgrWdnw/PDzq6mAE/bJ+c+Y+tvOfg2Tpw4frgb+0uHRq4xObeN3Mh0U9Y+wsHeuyvX+U0wnG/xaFi4/v/PXfj/g+XT27apjj2JlcUcBUSPfVnvvzoWIYQfLGms9xouD74fwIgD6fF4suzeUNtY7a37+/isDMi7IQvt5UkcPPq8jhTSryarwa15EowItKcj3Cn1OSC8B/HiU5HpoWr4++T9wsc74PyTkXLb++uEB5Pt8S1/Mjh/6cN1Th0uV6nIWEc3x3GXCsuw9Plwcj6msfa2RdLr6iEnT84/h9zBdgwYrfcYHvjNo/jfO0GvkQOeX04dPNpqeVyDe0Bccim8ZGM+3D44O+UqbaB1PD2qmvp/g8lQ0OHmAQ44en2wjwQcF5/5xgvxxwPCn4Tne2qawtvPW8burToIJgGxswIpM/hcDXMXz4cDyP9INnGCuMgbw3tBggPnz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38usgWxjQ/JbPanbgOBXgrrbyNlOXp0FfMx1i+Ou//ye3Sh+ftmf3xIMIrpJMu3oQqa38F1PK3Wf64AMw0CjIcj0wL4N0sp2vyCT/6xyZg5t0h9uF6+jjM9PPJXgr5Oo/7L71eu47t/nuMzq62wpYbxHgd8B1/b2ETQ7d+E7mofxHIpKaq2jG4PCdel/Oty7EmI0DvhFfwVTAy/jV+U8xffl/jrxQq8f+WoQfgsrBaeSZj7m0hFLtoqODg54x++jdsRzySMIHKE8k0orMPBSUgRY/bgswaf4kb6C7uPxDOHzfO1EJ+wxgU3LqfE0/HplO9//11H/nhiD1m/bHdvcSI6I44nON9k2TKqjvcnYZj3ROZfXF6hpAJEJEH8O+jbX37Xsf756ncbLrQnkdG+Rkk8+D3XOG8Qh+uo2cBNHNMQ/8YtUnDbND6QHfMsYhESNxU91PJTTnzl9C7vn2ZYsD8pevP733031j9YpS6spmnYgB6bzQ+IGGvTh5u4b9jlUKNMbPZvdmNe+I83a9wtTf2Q+HnN/2ENvg7NX1ThG8p5yZM3aOcvlzE4qKr00ypxBn91dkWavkGFrlqrZ+t/v9FRC15qA7b/</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2" id="92"/>
          <p:cNvPicPr>
            <a:picLocks noChangeAspect="true"/>
          </p:cNvPicPr>
          <p:nvPr/>
        </p:nvPicPr>
        <p:blipFill>
          <a:blip r:embed="rId92"/>
          <a:stretch>
            <a:fillRect/>
          </a:stretch>
        </p:blipFill>
        <p:spPr>
          <a:xfrm>
            <a:off x="0" y="127000"/>
            <a:ext cx="23749000" cy="16548100"/>
          </a:xfrm>
          <a:prstGeom prst="rect">
            <a:avLst/>
          </a:prstGeom>
        </p:spPr>
      </p:pic>
      <p:sp>
        <p:nvSpPr>
          <p:cNvPr name="TextBox 92" id="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Lr0gOV9v+WF6p6U8oPhayVW4gutjKlydPafMf+sibiBIeKMgza/+40+RsbxHj94hS/5uL8/3dtD6JduMsZes+7nAH8oyzh38DxaKpYl6Zb9DBELhLrriYFZGb6V4RQ5/UiBKWwWHHr44kbTMI8K9iW3QqJiih9bi4iQ/pZh47eUPEQOdY71FeJ4/Nt/X//l9/Mc+f7lb7EtQPh9GFek3evUf5FGZFYGwGEdNvEQvFvjIXb3uJnnmkthg2CX2f3byv6S3WSsgWVrm+jqyG1WBOwMQF7j2sPXxEOMT4He/CSfAuATn/zXpDzEbt5nU9jgHpuOt++yKWwQZ9Pp8nWGheNVhhjN8GErVuggzh7iJf4GSK95N8KlV7iTBXuD31viv71Cc+2LgP2KF9DgGYY61ezg0rl4EtOt+w1/uVzrvr/xOTxxIo7pYnpHKkt3VhDiIgfbk8PnOGBDpIG5POrG+1tMic+rnwG+Nrq4DrQEDH+iyQ0xnu3P8cqzvxXv3Sn+WAUPyL27epQdn/wNphY/18+/T5D4LJro2sIl5fVN6L4v6D71+RaSDR9F1GBeIj9p0un48OiTNjiMujYAb5z+Z+CbBiBy+0jDA399L5j9D+SNO/7Ef6Bu3Aqn/C0omABp2zZ1FRz344MvzfdRMcbKdhMDv</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2TrzysHhhhveulYk5cT+GOro+UeGvi9WR/iSMLbZwbcvv+Q9HN3/6HkifF0XbM4vaHp7mS6DrjexJAj4oAjNTBKeJzHqw+f4jTEnPafRwM2PNc04KOwYo1+rDR3nWrEEL25MneNKYy2Tu9v+hOr1kec98LJU4PLUlzkhPV91X+lGziJmHXDxR68zcpfGcDyAp+TwW/z0tfT7FIHYpoXTwRHFojWkAI1j+z6y+9HTGFa8uGE2q+zAKP+dnP96JjvR+L7O/tGTuHssSQXgblcEAqbPPv5QCxZOlF9o320rno7HcLcjj6kjUfhx7QhD2OoXmFmsOBzgj9q3+cz64IrsXO3XiM3FtNfUh8UJR79gsRTwr+FK+2PH4hnFsda5DOlrWLnQ/yRESYu9SSs1V4py5kJobbgx6xGs+gRezd2rvw0auKySBLfg3Kh5xNneRz8EfdLmnzOZV/T4xDpCQBv/nmVnxFqLp+xmtgfzy/tOLbyh/z+2Jn/7eJdHLaxuQUFl89A8OUCxufrx/Oztico/8YZzv96AXl8oeQ1aHDnDBt8jwB/v/FqlpeWGCJ64Jd5PyQuWBI1Ry8tLlyVtoJ3YfrVtlMHeBklgh++XtSy7uCPmM5LDkZNpxmu/</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6" id="96"/>
          <p:cNvPicPr>
            <a:picLocks noChangeAspect="true"/>
          </p:cNvPicPr>
          <p:nvPr/>
        </p:nvPicPr>
        <p:blipFill>
          <a:blip r:embed="rId96"/>
          <a:stretch>
            <a:fillRect/>
          </a:stretch>
        </p:blipFill>
        <p:spPr>
          <a:xfrm>
            <a:off x="0" y="127000"/>
            <a:ext cx="23749000" cy="16548100"/>
          </a:xfrm>
          <a:prstGeom prst="rect">
            <a:avLst/>
          </a:prstGeom>
        </p:spPr>
      </p:pic>
      <p:sp>
        <p:nvSpPr>
          <p:cNvPr name="TextBox 96" id="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yG7LRaEMUWFmwi6IIrZ3zfY8+wY8cE2HD44m8wss67YCJR2/2M4PLhwxewnQ5rWo6DRZwI+uDkFLgcy9/wGpT/Lg/TCp6Uf4xHrdFtSvcY9srCIfDP7yhyHlHUe8bc4E5fj43dszUyjeUyc2F5f/en1q1h4feV+cN+n1C1meLq+E2ND/gMFWVtP3yP9xENl/1+Smvb6Ora7vH3G+CAc2mMFnBlrSkmRB0RhMezXPBLmR7y+h5kkwhQPlwcdXFaCbwW9MpwLP9UESzseOZ8PAIF708DQUU3quGENmBA/33i/GVw8faFI+SNJydPgWkgxPCNnX65x1hrkWPkYvHcvYb3ToQ9PUX1zY2dlXbatHAa2Vs69YVxn7xgBerCX78SePqb7fwHKe9Uzq/6sGN27PUu/I3ir3eBxXFZBr99/NxF3/cZ/MJRG0+f3qAIcVZH0hQwktCCi9/DtlMbH8vjJ8yBagaXkycEt4GLx3whBh1evwXuHyx0ng5gDaJ0fE4Qif/4jwuWRRsnY42DICxC8WWoGONWuOD5cHHoZaxNGCfHYsi3LRhdDus49Jju3AjjbpJ5k4I3dZ281/W9wV5w5PsdSQ1Okioew/</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QXRDU4ierUOiqr4o24PkabP29fltVxlegPCmvwR4R1bV5+QFaDH5DVeUns4e7W8Te5LyMIVeLe640u5k0O5lVC/Iz9NR/aPG5R/klPeoS/dqfXu+lxg593jt/OXjHo9FP8WMVv7vUxkC9TcftEgFMp5NLzPGTxDW38EZfNYtr4yqGo8cFcHZNw6+dtzipx+dqc248iXD6J8RpP7jzAcQUWPxz89skCb9LV3UzTlrd09WgflaUN/V6nuGNtaSsDvMgSwD49B1fOVGHo8IxpUZsooDjx4sj5hbRX2cQTPoD9fD/AHXv5xYspSJQn1w3xftgYuWHOAl4Dt5OA7uUrCcllpQiy2yjgBaJP8Qcoryn6nGBeG92H3xJMXP8uev31Drn4FIyrYzAuyb34mrx88unWI0J3x/Fr4sOrA0m+NpDP9wair39oIB9eH8iNxZEoiqud62GietHNdWL6Z6Smt5PTW4/B/1y19zrD/T1ePPItwMiHHURLDbhqBKO+nCx/jRnXx5goLlpflI6C+laks368wvxn9nYrsT4rxo3jMTeKZemu9jF4XcT3izL8rUXauNiuDsAMtkPX15oYvgPkzzv+8vJ0k+hBhze2zgXVmbD</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0" id="100"/>
          <p:cNvPicPr>
            <a:picLocks noChangeAspect="true"/>
          </p:cNvPicPr>
          <p:nvPr/>
        </p:nvPicPr>
        <p:blipFill>
          <a:blip r:embed="rId100"/>
          <a:stretch>
            <a:fillRect/>
          </a:stretch>
        </p:blipFill>
        <p:spPr>
          <a:xfrm>
            <a:off x="0" y="127000"/>
            <a:ext cx="23749000" cy="16548100"/>
          </a:xfrm>
          <a:prstGeom prst="rect">
            <a:avLst/>
          </a:prstGeom>
        </p:spPr>
      </p:pic>
      <p:sp>
        <p:nvSpPr>
          <p:cNvPr name="TextBox 100" id="1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8cqNdqcCVLRpcPHT5fEw10d4vf0Qr6tjvK6qPbFju25UgzAJdnyvyf2Dua7PZfFPpw8OgQ+DCPysOygBXlj9GHlrCyhG6L1jT+adHmz4iT1odx8hIEfK5uFeq/PTAy82W/k6Gcj8gXjmWW11t20k8tXX+PSAD5cZ+FWl8vZG9duNcZA9WfoPIz4Ex8neb/vywwo3OHZ3F3a8JR7VKcN/oJ7ZhzdVFd/0QMONMTs27tAX0mYf2/D9y0vPppweMrmYBC/qR7TJPeWItrmzffGX2DJWG1v9q0OR8Z3c8iqnf6PG3xv1EW00yAovxcdORXc+XjW7uXU+gf0tngLHV9mHu+jpZxYczXGwxyedv2urv93F/+LWz6vWxyLNB/Ylms/ZMEm+1O5i8+xIW0cP9rju+kLfyVsNL9OuuEP4HteHwAP886hEMN7/bVoR1oz+t6vE0fFfasW9TRAnWV6fCR4+Y/h7ePZ4LCb6eH0pCNNuHM/98dZF3Pr7p1++P/lRmD3T/RCgaRh2zRhrj0/PM8OyIWudrK3nYzh+PBEOPn76NQWBsb6xP/+ask1Ns0bgAj6YzvrDTDO1z7/i7bEJf8/</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2" id="102"/>
          <p:cNvPicPr>
            <a:picLocks noChangeAspect="true"/>
          </p:cNvPicPr>
          <p:nvPr/>
        </p:nvPicPr>
        <p:blipFill>
          <a:blip r:embed="rId102"/>
          <a:stretch>
            <a:fillRect/>
          </a:stretch>
        </p:blipFill>
        <p:spPr>
          <a:xfrm>
            <a:off x="0" y="127000"/>
            <a:ext cx="23749000" cy="16548100"/>
          </a:xfrm>
          <a:prstGeom prst="rect">
            <a:avLst/>
          </a:prstGeom>
        </p:spPr>
      </p:pic>
      <p:sp>
        <p:nvSpPr>
          <p:cNvPr name="TextBox 102" id="1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b+8mxnKMXw3wbQ2Y333+1efT51/9lbMEjhx+ezeaaaMFjOHdTZhvtjGdLjFoyge6RO+fNvBNUVXIpt+9dOs/lvanubJ/9hmRCI+lfqRBi/033tDUU+J//c//i3gmCEJAif/v/yWeaTrx5X/9z//nA9b893Dz/4YP9NfE2lh7mml8pAQB2AD9fT79CscWJWI309bftD1cGWvjGIH46VJQn/G3EVYHEOmL9+Em3gUW3juK4ttJiWLAsRP2331uHv1yIMbn5+cj3TdF6Ms3FBAo7VIf+QqcMka2Zn+wAEZZvft8emtOMAl8TQq+YUX6dCqITPzDxV9UtE9Bs2egoWUY6+PZ+iEKexOWHLCNvHihwOODra02OMjAeDTTBIZBOIc3mZ8Dz+Bs9HKrXnv20+dHjPA5fJo0ji8Y+8PTxQwHbBjk9G6BxOXseL51Mn5A7vlYfTzDX5k6x7EcxXgxpHcvyGVuGaA/v7/De6PefUy8E4Oi2+k4Doj1cakQkteEMp47lv30nCjicDMVXMdbOoIz1P0y47v34UbS4ABzjFHxiI4s2CWb5yZo3BKMTsqU23yFaDO9DlFBojEQZa48avPMoqVk+UPbnsqD9aw2F9L4R69ZhgsoaQ8gUoyg74WMu+CtncSZ4tRKr</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XQnKXcMYSByRNZuJPv0oOXuF7pusnMjX0oemtma69RW2zareKNt8uAYRfmQLToim1ssF8KaqjblvcsPTI7aCNUkYseqPMU9i4f+YICKhFaQp6Ul2SZSE3OFagty41p9m24zZgspaLekRLchzgsmt00JVWSrjZXstR1R4uaVbCPZs/mWW1gVkx6dNWkmWep4Vdcom1kTdXfmTiBTOcbdOfOSxNdr1iDpDzrDlZYSK5VHyaSWVz15ONks21SarZZQcguGqWVtc3O+M/AayY7Tld0ptRNM1uQLlaQ5bwxlJ5vpt7ksbQ6Su9m0IFPZBc8z2mLPoGFpkZSnqXXWYyF7aSR346ksH/JZec74Xed7acVdbsYFkR11Rh00Fpdz2Zxs1DafMfVVarjqbGSLarnt3UhiraQ88ih5suwOPYLab+tJJp3LyuvtRJcY0atOkch4eXnOkoU50lOyklwVUF7eMIWyR2Zz7UbSQL1myG/dmwhJ2dUU2di2tiLLO7SCZtmt4E5Xi7IoWLVZOlkbyzlZ9+p0m7T76iopD6eczOxKBUnI8kwuqeb7azc/dByeUVKGluQLTtfVa0pF3JcW0xIaLtOMa3m5kinIc6vH+4OWJVFQuWR7OkrmKZDnQi</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6" id="106"/>
          <p:cNvPicPr>
            <a:picLocks noChangeAspect="true"/>
          </p:cNvPicPr>
          <p:nvPr/>
        </p:nvPicPr>
        <p:blipFill>
          <a:blip r:embed="rId106"/>
          <a:stretch>
            <a:fillRect/>
          </a:stretch>
        </p:blipFill>
        <p:spPr>
          <a:xfrm>
            <a:off x="0" y="127000"/>
            <a:ext cx="23749000" cy="16548100"/>
          </a:xfrm>
          <a:prstGeom prst="rect">
            <a:avLst/>
          </a:prstGeom>
        </p:spPr>
      </p:pic>
      <p:sp>
        <p:nvSpPr>
          <p:cNvPr name="TextBox 106" id="1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2htrtfa0ZSL0/r8qEk1/jULs8uBPrATNz0pua0SSPNE8mMMObd/vbgqvw4U9eSJu9wsjQYJef7Vs1mkouKV3Ab+zLVptqNtpPqeQ1ZFly16QX8nqRdw92UdJpnyrNZIVmDOS/rHdsTWZVissmcvt6704yCeDJTrg2EtLdsu9NBpWtSbVLUUqarZOTlaFrwWG3n9JLzzshwGY+nJIaZawvh4C5Srj7LNUR2mclvUXl8MAJ+Z5SSc0BSVRVkrbEoSMl2qb9LptJa27VdbiPxU66vJek1UXH35RYvEkvEVQTRTPddjj8gcdfcSNOk0+pMXIMoTOeMxzRzqd2qPJDXvaqrMsV6upLqrjnOtYvJXJuiFnwJ+YOuNYgmz3nrpJJU14OK7K7IPM9xdIFJzjL8SG7qhqgKaq2dS/UtIy3vRvZmzlheZYdOJsZ/qQO2MKFXxjdiL1DAd9ONXCbyLx37HvuXzrx4P/0S7H8d3JhVkdMrgE2/v1No+EVi5lLwgaLxJ/L0iYBPHPoOH88PJMOlL7+/w89i+Haexlj9WMb/Cq0S9MdEIBf/SQy4TMBnCCh8tN+/wpfDPWzUNTYK6LuNjMRFxTMseQ1LAiW3</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8" id="108"/>
          <p:cNvPicPr>
            <a:picLocks noChangeAspect="true"/>
          </p:cNvPicPr>
          <p:nvPr/>
        </p:nvPicPr>
        <p:blipFill>
          <a:blip r:embed="rId108"/>
          <a:stretch>
            <a:fillRect/>
          </a:stretch>
        </p:blipFill>
        <p:spPr>
          <a:xfrm>
            <a:off x="0" y="127000"/>
            <a:ext cx="23749000" cy="16548100"/>
          </a:xfrm>
          <a:prstGeom prst="rect">
            <a:avLst/>
          </a:prstGeom>
        </p:spPr>
      </p:pic>
      <p:sp>
        <p:nvSpPr>
          <p:cNvPr name="TextBox 108" id="1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elLWOIalngBFo8h9uwZHgi+fHmilc/jo8aez77CeCEvgos4YKRJhkM0TZM8KTAMi+8pe9zjrVvh+hjcDgpq706nkPsQBMEIiGRpkmVIxND4/YnvToeT38N5fOs2HsMXxAVPedD+64BJmgm+MqT/lePhDof/+V8F+MjjFxsHX5EAjQn8BsbgrckE/k4j+I8MXpJM4gs8fs0nG1yg4AJF4LAaBa8jZuAmhXug6KAFQeEnTvz/gk44DI7wWyEJwr9A4udSeMK/ii/gCJxkcE+CD0Hjj1ihw+8YGWJOzXGPHB4057/wmAZsDMZIkl+/fg+sy71lzEB7j/IN39/47gjjqxK2We98ZXup2ZfLJv5RMr7JA/U6K+j5jWxYC48Xogr9Uh/w+ZVOyH9EJ9RVJ+RlJ+Sf0Al93UmsF+r1br6+Lrf/vk7gp6gu2gU3v3/9Ho3ew0gdPkJe9jmeCwa/3piqxrLE/5EQNRdM0cdEVu4kiBDZf0ztT7d7CQjA2aFfvICsIahRf8TJqvYuoY9xTm1+OyUTIw6pFMEQY3pMMxTNCyylIIEnaG7CTyYKF5L3f1Ym</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zJWuCb27aWU2r8HzZfKxsI3cdZ/SxYxHP8tETb60ysELxJ3X6B/50qCP8THL/CDnwjgEcGBJX6PPRcN33ieYvwvBMUixGFTjl+BAfYXwc2LjSLEM0MgnuHIRADA8AxDsZQPwJI0zzFUgBdsPkuQQiIK/eHs23wAgsXgITRPMqCXKMBLcojgOZaN9U3RBI1I7AswKo7kORK7J4yKpHhE0QE0xVEcIYC3iEGD4vMkF1IuECxNE0wwVIriGURTIeUCQQlsHJoWeAGcDx3SB8NAiA2gCeTTFRBCg9NhwNtejpsEihAnoIDnPIe74AKuMTSJKJYPoBH0zHGJOOUklgQKhspg9EwoPpanSFLgj+OGViST+Pr1/fmMW1/kFMFC55he3Ixn2QAGD4smYFChOGkQPqDgYt2zNNDF0cFoaQ7sCIuokO008J0NULEcHzS7HDoFqgZyCgBogQL5oQCAgnEwJ6YI8I0VroTGsgLFsIF+sjSAoFDKDJYnIQRUEbxAIYEh431zMCKKDOVE0xzABLoHaAhIW0JCGAL4mIgrK7QlBZoONYxjQamEQE6gYRRH0lwofwBnGBRXdUSAdIRAYUDBABMXdMfQNIyICyQI0MAzlotDcyBlGodquA1LUiz0H+oIyxMUE1DFsSTEiCgucgwDWgZaHbCd5LBe</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2" id="112"/>
          <p:cNvPicPr>
            <a:picLocks noChangeAspect="true"/>
          </p:cNvPicPr>
          <p:nvPr/>
        </p:nvPicPr>
        <p:blipFill>
          <a:blip r:embed="rId112"/>
          <a:stretch>
            <a:fillRect/>
          </a:stretch>
        </p:blipFill>
        <p:spPr>
          <a:xfrm>
            <a:off x="0" y="127000"/>
            <a:ext cx="23749000" cy="16548100"/>
          </a:xfrm>
          <a:prstGeom prst="rect">
            <a:avLst/>
          </a:prstGeom>
        </p:spPr>
      </p:pic>
      <p:sp>
        <p:nvSpPr>
          <p:cNvPr name="TextBox 112" id="1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vxxlvNAMTqqvkByQnyWA36e5GkmVAsEUzmcHiyAEhQKJg4BM5IhBSFGPE9RDENQ4VwG1eNJxIXy54FtghAOnUAk9B6DphkwT4QQsp1gBegw+MJSwJZj3yxBU6B9iWt1Y1mKOEpZEIBF4aQlaAZcXjAmkmcB9RXbeRbwE6EVgk8kgdXCVzcCtBMmV2gbBYHkqTjXCAjMEWKYo5wgHKVR2LcARpYNFZGheJgEQgwamzMY+NF+0sBcKqCc4UEEiAmpgvlEMAh99WX+y0nmX3zMiCPZcK5BO8gh+HDasmD6jnOYpWC2sXScdTAXCZYIJUVgUR2NMxg+EEJogECAMK4rIwVUcSwoXWgLIDInjxNPACeDSOaIlwHliqsMA9dpggwVTkAswRwnJxgVmEcBNFgiCGC4uI2BvoHd4eggqgFSaDb0UBRkSWyo7Ijj0LVjwBaJ8N2er64ED7w6SkrgEc2Fph1xNMOx6MqtgHUWQjuERQb6HcgQ2CTA9ApVhgPVYq8mGggZ7DmFwtHh8R0BwGgTHB9yjeUYXmD463kOGicEXs2H8Q2eELoDDixiaOdBeKDANH/l1cDkMlTQBlhAsyQb6jvwCTFUKHLwS2BqyTjxYAt4/kgvzwKB4UwFeQkn9wrCATtIxRUGegbbFYo</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4" id="114"/>
          <p:cNvPicPr>
            <a:picLocks noChangeAspect="true"/>
          </p:cNvPicPr>
          <p:nvPr/>
        </p:nvPicPr>
        <p:blipFill>
          <a:blip r:embed="rId114"/>
          <a:stretch>
            <a:fillRect/>
          </a:stretch>
        </p:blipFill>
        <p:spPr>
          <a:xfrm>
            <a:off x="0" y="127000"/>
            <a:ext cx="23749000" cy="16548100"/>
          </a:xfrm>
          <a:prstGeom prst="rect">
            <a:avLst/>
          </a:prstGeom>
        </p:spPr>
      </p:pic>
      <p:sp>
        <p:nvSpPr>
          <p:cNvPr name="TextBox 114" id="1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VB8kE841kvBjidAngs2HsIGKCw1xiITQJWQPuCSCCK0lAHBUONdYyKDBvMcjCRzEAAQKrQTCscRRw4BvfGhraVA+0MOrKAZ4TPPh1AYjzWIfHAwVvDlIPOQIQ8AQOfaK5xAz0aF9A8MAUg+nNvgnYGnoHUHnQavYG6adBR0BaYbTA4TKc8eoBhQOlJkPscGkhYFd+USYnAQbBjtggGkU0gvWDmKDEC84DAGEG/dqJI8tUWjaYZKBHQmJJzBXTgEc+EeYO/F5CuoG+hIqK0w07GBDORF+XBkyDr4xEBteKQwYJHDc4cTmsGxDl0YiMHB86GvBxfA8y10ZZ/AYZBjpMuDvYUbwoUGDoIQ7hn8QfyEwlXFoDE5wYQgGMQnIKqQc3DHY3QAvj80Hcw0NBhR7jJBRCJrxR28OMbQvMT+2wj1ziSvTHoS7DNwOFYUHjT+GuwxEB4QQGmcCIg3EsFdmhoZw1w8A/PgDJpRAhmE04uGLENp5Aoep9JVXDOtN4XgRjeO80DCwJM+EETlYXdCZG24FgScVQi2BTwJDHRnPQKAREsKyLA46rvw5iwOMsDvCD4P40L8BGjAz3DEABMXk0ZXQwaAepx</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6" id="116"/>
          <p:cNvPicPr>
            <a:picLocks noChangeAspect="true"/>
          </p:cNvPicPr>
          <p:nvPr/>
        </p:nvPicPr>
        <p:blipFill>
          <a:blip r:embed="rId116"/>
          <a:stretch>
            <a:fillRect/>
          </a:stretch>
        </p:blipFill>
        <p:spPr>
          <a:xfrm>
            <a:off x="0" y="127000"/>
            <a:ext cx="23749000" cy="16548100"/>
          </a:xfrm>
          <a:prstGeom prst="rect">
            <a:avLst/>
          </a:prstGeom>
        </p:spPr>
      </p:pic>
      <p:sp>
        <p:nvSpPr>
          <p:cNvPr name="TextBox 116" id="1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D40cI3YIvWHeJYzzPQBhNXRlnGDaN6NAO0QhnAKH2UeDbeb805ysThAlgn69ifmwdySPlID+CDqEhwAEFDNWBpcBYcez1POdJMLr8eZ4LYJ3DhAU+QHgZdg9sY2IJC5YGC/EbKRyDZRrUIvRqOL0BsQd8AIkxPEdfeXOY/FwitMegOzCfw5kKNhG7Ej4UGqQLPBEfOmRyPPCNPjoGEHQoNPAkEArgSo7fNwm8Y8lrxsE850PzinNEPvRQEEHheD6cBKBIDHOlbjAxBfgX2iGShf7Q0Tv6+hZmTgibanSVaoHrAIceygkHwUQ4zYAFwIRQ1UH3IJy8UlYIjpHgZ1N+kMjS4GLIo4USIMMM8xhI+CDYoa8TNYiswY8JR3MAesLxx7gEJoIfkQfKgFjuKpBhwYdCkHHMrkjQ3zCCBIMBqh9+YSHl47BexRkH3GHJMLOjIeKgj74AB/Bs6OeBt0jgrqJXcMAQ9of+GKIeiDHD4BGgsTMP1Y0FGQooLnIwoeC3mNDCQPaPjokaAYaH4sIADkfsEEfH1Q1PRvY4yyGmAJfIcOGUhziSJ8NEDSgir8cNQR4wlyTDAI7GQj46Z5hYBHG0T2BIODJu2sG44QT36NIgneZDdQNpg4zCCIoQgA4I7b5i2x5uE/</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8" id="118"/>
          <p:cNvPicPr>
            <a:picLocks noChangeAspect="true"/>
          </p:cNvPicPr>
          <p:nvPr/>
        </p:nvPicPr>
        <p:blipFill>
          <a:blip r:embed="rId118"/>
          <a:stretch>
            <a:fillRect/>
          </a:stretch>
        </p:blipFill>
        <p:spPr>
          <a:xfrm>
            <a:off x="0" y="127000"/>
            <a:ext cx="23749000" cy="16548100"/>
          </a:xfrm>
          <a:prstGeom prst="rect">
            <a:avLst/>
          </a:prstGeom>
        </p:spPr>
      </p:pic>
      <p:sp>
        <p:nvSpPr>
          <p:cNvPr name="TextBox 118" id="1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JraGHd6elOYeiP1f3U0RgsAzNmNQUxGoWUEaTJ4N/GMAeRSkz+j6z7vbKDh3p/rMv5NTnCL8nB77AgR3xN+MU4mvrXbp1/7db559mtk/6v8/PbH9wJ8NK/326ukBPhmtT9NfA7q8d31sBp6sYa+J+3ouxbs9MKMvGGJeOrJWLiX2vC/0XXhKnYei31r0XOtwU7Y4UgJ6MJxOCcCnE4oZIsN1I0RiEFjSTGxN832En4zbTxf63FzrcHU/9HL2wSz+8Tf/DfL6eI/mdR/APjelZhtLEyojRupELCyqiQ2hOspo35EcESGvFfMa73192x9eOY88I7ZEy+XrLouPKO6ym+bpKRlXdS+Mb8K+D/V8D/zxTwl1Gr6w6I5qK9pz2rg2hzOXXbB0pSnXLG6gmphbOVRbM3FMkR22kEe/Jl50B6u+FSyAlJs56UB/0+Z9ITHmWRzWwHTlKXHMluSbSAmrXKQh6phjzfE1xZR3k303eV+mLV9px5r4dMpeq6oy0pSsRWzLRQdusKbrAH3thtpogslBZypt7XRaqR47fIaJmKW+m39blbW6VbSXa4M+Q2rx9UT0n3W4iQ+Lncq27ENulKVUvgq+RazrP57JxS+2QJwde2225VZ3PC74VP11ZuX</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0" id="120"/>
          <p:cNvPicPr>
            <a:picLocks noChangeAspect="true"/>
          </p:cNvPicPr>
          <p:nvPr/>
        </p:nvPicPr>
        <p:blipFill>
          <a:blip r:embed="rId120"/>
          <a:stretch>
            <a:fillRect/>
          </a:stretch>
        </p:blipFill>
        <p:spPr>
          <a:xfrm>
            <a:off x="0" y="127000"/>
            <a:ext cx="23749000" cy="16548100"/>
          </a:xfrm>
          <a:prstGeom prst="rect">
            <a:avLst/>
          </a:prstGeom>
        </p:spPr>
      </p:pic>
      <p:sp>
        <p:nvSpPr>
          <p:cNvPr name="TextBox 120" id="1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yR3sFYVAwhzzcG7nhdSol7o2uPEM/XK3J7QK3mtCAqHNoKrbHbkQozkzLl8hTwFdT6Qa7m5oTqlhRUKFJjF2L2JU+ObGkabHcu7ZfNuT23GkBvpz6UJ9vOWCSnmVRdQO2NIvcORbVNp7h+Fk3U8VhuaLTqLRoFtYC6XNZzexuSbxODAS0IZGXOyWWS0j26SKc7yG0WCm7D3z4vzuuGsBYzSC5nU5U2PdxVBSHDjJKy0jyoJtXkFwPESfOOXMnWK+JhvuMGgskvaFnk63OeWsmSg6hlvuIW7HmRJza1eRV1LJSVh2hDSQG/WtvdSm62S22JGOZ0AVXHo76bSfUm7X0zV5kKefXQk9scsWyT2bGwQ/+QVLA+sNuqTXmehsjhqlLfEWjBW4ck6ghT47B0RdXQ56SDhBUabNa1kF8GTfaE9CHfdLPpjNUmF/q0g5wiR8nFWr5oUu3BoYBszsq4I7LemZN81UkjJeUocsnLNnha12UKafzMdselPa0S6bmmI8aQGqBfZULd+aRt9oOC26NZnSctYVnhzVaTczvEbiGSnM50YH60KrK6Yfeq59XyJVTrTJE7bDOySXkFhRA0q5RzW8uUJZHioCkgJrnS3B7f2UrWPC8xweML1Vxt4NGlLM+</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2" id="122"/>
          <p:cNvPicPr>
            <a:picLocks noChangeAspect="true"/>
          </p:cNvPicPr>
          <p:nvPr/>
        </p:nvPicPr>
        <p:blipFill>
          <a:blip r:embed="rId122"/>
          <a:stretch>
            <a:fillRect/>
          </a:stretch>
        </p:blipFill>
        <p:spPr>
          <a:xfrm>
            <a:off x="0" y="127000"/>
            <a:ext cx="23749000" cy="16548100"/>
          </a:xfrm>
          <a:prstGeom prst="rect">
            <a:avLst/>
          </a:prstGeom>
        </p:spPr>
      </p:pic>
      <p:sp>
        <p:nvSpPr>
          <p:cNvPr name="TextBox 122" id="1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1UqvyMq+3lcJoeylUcojRq66k7NtissMLcRauYmsKfJMIgtok+UzUtWob1P63KQJlhyh3GjekxtDbjKnzJ6URXp6TAf8ytAFqYfYPqG7g8OhKpKlKbtCTTldcyf7dMMjeFchUGPPrN22MGzMaa683Qlitaq7aq9rSTuKW0z52aIsuN3Mdj53CUtKIjGtEfKgkVdFyx/KNFnZu1q/vec3kpXNohY7puXCquu1d4uCuBUKTnUqd0yeMWkjW98hlM4bstKlGjyp8PoCVYQUBfQNRZE61NJblJK7tNtdUDRPaY25FdivnFVYS26q0mygSX5RcJfLQsEkB+LOQtTw0HIzjXFvTvFOsYLWxJ50FWZkzncdlyfQkN/VZIVRDI+itdFU0FKq4TYUsuqRB8JT0HpsbuV0MB+bVoPPeiwhF5vFUptWpHId8b1WyZ24fZOns862gPi1ytUP9rDW3jGt8YBvZmcb4A9V4/ezptRB2S7lufX+cMsT2dbCQd5kVneH02xvHvCrw81cuZMyqm2XtTcDNM0maXk4de05wdG7bNLdpapur+IeTHvDldLowGiCY9DJg0i0JOaA6qazcxubAch/wC6yvJe1Obm1LHkSWelmB+H8rTRSIuGN91U0qmodt3Uomh6dXDIF5DpWWe4Vh2m</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4" id="124"/>
          <p:cNvPicPr>
            <a:picLocks noChangeAspect="true"/>
          </p:cNvPicPr>
          <p:nvPr/>
        </p:nvPicPr>
        <p:blipFill>
          <a:blip r:embed="rId124"/>
          <a:stretch>
            <a:fillRect/>
          </a:stretch>
        </p:blipFill>
        <p:spPr>
          <a:xfrm>
            <a:off x="0" y="127000"/>
            <a:ext cx="23749000" cy="16548100"/>
          </a:xfrm>
          <a:prstGeom prst="rect">
            <a:avLst/>
          </a:prstGeom>
        </p:spPr>
      </p:pic>
      <p:sp>
        <p:nvSpPr>
          <p:cNvPr name="TextBox 124" id="1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JmHk9By16yWXdOtQWIjHOTxdJtagV5C6JdI+U9r0CYs3SWp5UnLa6c7ftHMpKWkb29Su9skZJlN5xmtzMjTYSUa9VHdSXSll3sWynRbI14gaotWtNXBWtxjyRbzsrwbLyVblRq1TmNCs3csk6O+s6/IzhpO0ivyshp6fSMpiHgRrYr0JnV3CdbJKV3EVxk0Z0QxXdEVVQgR/8gRByHIXcQUffi3QRMVkhQ1VkV3P6K5Vo0LQleM50JU/SoidSTHoi8PZ+hB//2u4kihDq00C/akmT4Ik0TEaEktmO3DGcRpvWpL2OylSl5Pa6eCPMsCitkK1wxXD8f+efTGFzmAperaXJ9fpaNEnLkg5ILWx6bjOz77T3RMUZCYzILZzdsNWXAvslUNuc2+5n6yLRLUzrSaszJuX+vm7MKUSKCyTk1wNZbLEVnkyL6XrSrhUGcmPT7fGk3aQ6KJUVW6447ZVUar+XdoKeBMdc83oLk0wWmkTALzHfMkyCmHRWAtk7TORqn1yrh5y+WQiL8dp02x1BnB8yKu8I5WayIg8OWcukeqtKUnCr3ESerNOiehhXxwUkcVrOVWxvYO4GUmcgpMD7B/zNlL3uCrWnrOYO1lzLpHuCqgu56rbpZpJVz</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6" id="126"/>
          <p:cNvPicPr>
            <a:picLocks noChangeAspect="true"/>
          </p:cNvPicPr>
          <p:nvPr/>
        </p:nvPicPr>
        <p:blipFill>
          <a:blip r:embed="rId126"/>
          <a:stretch>
            <a:fillRect/>
          </a:stretch>
        </p:blipFill>
        <p:spPr>
          <a:xfrm>
            <a:off x="0" y="127000"/>
            <a:ext cx="23749000" cy="16548100"/>
          </a:xfrm>
          <a:prstGeom prst="rect">
            <a:avLst/>
          </a:prstGeom>
        </p:spPr>
      </p:pic>
      <p:sp>
        <p:nvSpPr>
          <p:cNvPr name="TextBox 126" id="1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9vTQlkQKgOGlsfGvKgSRHNbEMTlYSW3lBzEB8yg00JLwmHkyaDVaK8KZaqFWrNqQ9bsqm0G/GpUq2tXBS8h0WIR/AFV8Bh3JDLsfEemZAutDDRwM1mOnVNCaVhC2VR2I2fQNGV6vbxCITScFGWl4ax5b1vtKKi6XJZktT/jxcMkKVUCfgGLp5LV6vEWKjDNuqxsDmOVqLPbDtq5tbScr+4W3q4HiYAwZ0oFWc9nGhLRJqwtEnRalsedbF905Jp5QFmLn8rKQGyq3m7uZQV+PSVD+5Xu6g5CjT7hrLvVLE8SkkEJ29LBdjsFadOmWK8gCLI0siHehJiRLufpEfIISnHFXIaRDge7SKDO2NzI/WQ1r9LispQVqHaj5ranDOsF87FeJkZy3jDtNlGZlleI7aAKxCM1o01opa0ubLiK5zZStfWcStaSAtqTra7ct7yaZ7NSaYTQZGPLqihPPXo671JoV9itXM1Yk3OqbaydwD/WOY3gyfVUzgrbQU11iws9C/51lB0IfHo/kWsFpyWSdr+RQ8WOPXBHGXcikm3rwCGCY9LysjNDJmXYqoHmxJZ3Ww1n0j4YqKII+wKlhf4xuawqgpQ0bXzfbFP1nLISRm0uLTfnyyVPiMJhgejREPQrU/</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8" id="128"/>
          <p:cNvPicPr>
            <a:picLocks noChangeAspect="true"/>
          </p:cNvPicPr>
          <p:nvPr/>
        </p:nvPicPr>
        <p:blipFill>
          <a:blip r:embed="rId128"/>
          <a:stretch>
            <a:fillRect/>
          </a:stretch>
        </p:blipFill>
        <p:spPr>
          <a:xfrm>
            <a:off x="0" y="127000"/>
            <a:ext cx="23749000" cy="16548100"/>
          </a:xfrm>
          <a:prstGeom prst="rect">
            <a:avLst/>
          </a:prstGeom>
        </p:spPr>
      </p:pic>
      <p:sp>
        <p:nvSpPr>
          <p:cNvPr name="TextBox 128" id="1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J4ej0ftZBELaZyr1QtihQ1cAyhztU2ct1xpuZWa0N70eUzsrgXu2LAr3GuzMqDZoHwPNKtUkJ5N+VBBtmMZJVavCDQK5qWS3l1ae74nNATNJ6ZuB2Y4uZ+3lswwkraDurUbkm2vW5jtRJ6mic7qJdrisa+NAvjtWKBFNTdoUh30EDv83La7Cw9a1JKT4Uxq0tuvUMbHrFU0xy/L8pSPVlYc55HKSOIV9c052Ypr8XTu027hKTMuOZKrZankrXmBoLJwVYO5qNY6TdWqD+w6hAvZVe8x/S0LWqqy4KsDlIplajsWj2OGmZ5tzzYNEP7/ff+4a1SXe43RqZ0mAwEkM+sUXEGgpaViPkeFD7nVQ5yQz/w7b1outXQP0qS4hE7q79D9fJqL1cU2ZQIJ2VVkGC5Q7kxsnjpkKK4hrBlxbrckAsCf6DdXQ8tcybhilZmIVFq3YD+UjNGbjgLfr5rOlUNCaSAAv3KljfCTvCymYOsLrZ1j+ioEA+IOmW4YzfXMAkr3+yhLVNb1FPjydb0hnkDYsD8du3WxPROJdgym0WbGgP6S0zSHrnoN3rJfL1AuD2nqIT81RsG6earG1alKm1px1czHYjvdc8GW9PaN9CwDfFGV12224STsy1UWs4tt</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0" id="130"/>
          <p:cNvPicPr>
            <a:picLocks noChangeAspect="true"/>
          </p:cNvPicPr>
          <p:nvPr/>
        </p:nvPicPr>
        <p:blipFill>
          <a:blip r:embed="rId130"/>
          <a:stretch>
            <a:fillRect/>
          </a:stretch>
        </p:blipFill>
        <p:spPr>
          <a:xfrm>
            <a:off x="0" y="127000"/>
            <a:ext cx="23749000" cy="16548100"/>
          </a:xfrm>
          <a:prstGeom prst="rect">
            <a:avLst/>
          </a:prstGeom>
        </p:spPr>
      </p:pic>
      <p:sp>
        <p:nvSpPr>
          <p:cNvPr name="TextBox 130" id="1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mESNReJwkNUYMZLw/rzGRODwinIAxXu5y7hWS2TdcRcgL7VWnm1x7BWLou1JVRz+3KzYVnLahOCVl12nElZQLxRSqznKJlF61lpV2y5s5iPdaFWWrVcCtuJeNx21FmgSRryLud1GgsUuxqPkCZjFcI9Ct7sDMDlLIWKblIbsCejOs9TVDb/apc6G51iV6KUgEdmpOeQzq7vUebtlBB81x54zaZ1Zzfb3ZqHS0OwkZuVbgp7yV5nhJ4YpRyR7OkEdqvckmV5bxX5dR9XzJzKO+fA7RLU+1ds1FtIU4tHMDeCo5ELO3aiit7zZY7mfQMiC+sShZx7Yokq6OJbBJytpRDXqZpyq1DrilRmdXBCfSrkK/V5jS9z7YEl6xzcmfp1kzCS48HqChOSnJGVUsmMey3dCQVN6pc7m4kj3CF5hT6bYA/Ue2lSdFVcSBsdsLWHdbXeYnulGYQXzb7dmjvu+mVIHTF5LxOMTvR23JWaop0V5u5o3l+A/qdHzL8+FCn66QNZoOuajkdDesQG6QyqbHqEWQe4rnOYSyPhZ4qUS7MWTSfrWlXsvezdsCvQdYsuj2SSprUSrR3qFa1GXeSddMSOe47ab5bU1U3k0uXJUqZDRqBv+5Cki9R+W4</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2" id="132"/>
          <p:cNvPicPr>
            <a:picLocks noChangeAspect="true"/>
          </p:cNvPicPr>
          <p:nvPr/>
        </p:nvPicPr>
        <p:blipFill>
          <a:blip r:embed="rId132"/>
          <a:stretch>
            <a:fillRect/>
          </a:stretch>
        </p:blipFill>
        <p:spPr>
          <a:xfrm>
            <a:off x="0" y="127000"/>
            <a:ext cx="23749000" cy="16548100"/>
          </a:xfrm>
          <a:prstGeom prst="rect">
            <a:avLst/>
          </a:prstGeom>
        </p:spPr>
      </p:pic>
      <p:sp>
        <p:nvSpPr>
          <p:cNvPr name="TextBox 132" id="1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TS1X5BL80zbJDpOa4c2FWIjj9fLpkc39I4Q8CszThJzzyupHWQndSTXiy1ZIqrLGcw3xt64nfyo26YGvMwJtrAqy6qTsT2yQgH/S9TEkMtaDuiVUpDfOB07L2tGqzwnDovdCJnTTsb1H5/OFhqzFqp1VVVWC/qiTcoFpko352RNnpQ7rEk1lrkqxMO9tTuqcvU2NV6uD6gs9MfgeMG/09lyrYPMolFxux0t6ZHzXJVB/ZmdlosQZPABv7q8mJTTKjU2iUmVSaLycqHLuT2xM3dFjSyAPwYZU9U9IRGUvtH/Mfl22ljIIjWb9nZoq3W6bruyZnma3FkH1Enns7Ji7nWJ2Ig1sDdMLqxPpAftpIOy7hbiNYcm1b2GIF9CpZrlDuxUSrIoT0yj3m5RkjcaZfHbTMvWhAOVHMtad5ye03OznUYOIRhuf9Xc8DuizTbQWD6U3TbHMGbAL8bN67JKFlvqrj9jB6jabG7dsnfYqju7ajpCRUVVuQNBHvhTL5lDbXVO1vctseSR1e1UR8W8WnA4r0OqdKliJtEqK2XlcT6pqe6mA/looF+pkSce5t4W6O/3Uq7ornIi0UyVwb54bkXO78BrHtKLuYAIfgP</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4" id="134"/>
          <p:cNvPicPr>
            <a:picLocks noChangeAspect="true"/>
          </p:cNvPicPr>
          <p:nvPr/>
        </p:nvPicPr>
        <p:blipFill>
          <a:blip r:embed="rId134"/>
          <a:stretch>
            <a:fillRect/>
          </a:stretch>
        </p:blipFill>
        <p:spPr>
          <a:xfrm>
            <a:off x="0" y="127000"/>
            <a:ext cx="23749000" cy="16548100"/>
          </a:xfrm>
          <a:prstGeom prst="rect">
            <a:avLst/>
          </a:prstGeom>
        </p:spPr>
      </p:pic>
      <p:sp>
        <p:nvSpPr>
          <p:cNvPr name="TextBox 134" id="1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zjeiCPnSK1bSQUa0s+GN7whNtkSZQuT4XXXFQ4yC/EjsNVNLTQjAfM90c20KZcWvo5gfVtedM1s0KX+/WwD6k0j2IF3flLXKWEE/LvVpDJAqOTAjbKSnKk7yxEgm519kieu0x9bU14+f7ddY4oEbNoRxhlTHCeg7IJCNPJDkvUdmVkEZquZ531eJiy+/copFFikJkXbPd2Ui7rZaB+Nlp91ypbVttYt0W08KOZwfySG1tRHItdZNCe9HPuS2kiyq5pWqFgF/5waagkiCsAmpn9KbbKS9m6r7AGYpQ7lUFubjP0ibZKDsHoUpZM7nGGmAvd2XSQIbi5OtEmbDbRmM4nwr9trRya/tuUSWd4uEgkBTrOH7oLRYa3gJBc1mebIeyRBXq2RxaZHayW+xXShJdLegrJHndrFzf0ZZqzKhGAfVLVc/tIh5yISq5SSJe57Kuyh9c1eAHlMFnLKcrd2oFOqzntDcrJPeADvOwypIc8nJJR5YWdEeiWrNOWpgOWUWWza4s0uPxwkJ7oQf5vm1lRXqFDANtl0VDTu+JHuST2Wkd5ZdbyHcJ0ZVohhsyYb2wWamr1FofpQVrrxVcyBN4cTd</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6" id="136"/>
          <p:cNvPicPr>
            <a:picLocks noChangeAspect="true"/>
          </p:cNvPicPr>
          <p:nvPr/>
        </p:nvPicPr>
        <p:blipFill>
          <a:blip r:embed="rId136"/>
          <a:stretch>
            <a:fillRect/>
          </a:stretch>
        </p:blipFill>
        <p:spPr>
          <a:xfrm>
            <a:off x="0" y="127000"/>
            <a:ext cx="23749000" cy="16548100"/>
          </a:xfrm>
          <a:prstGeom prst="rect">
            <a:avLst/>
          </a:prstGeom>
        </p:spPr>
      </p:pic>
      <p:sp>
        <p:nvSpPr>
          <p:cNvPr name="TextBox 136" id="1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tSkk024B9FEse6RFuVskuxvk9qWeNKeIVKWDFP4wchsKardtu8d0hHwnz7ndHJNsu9sisUMNWy+F+lWdJw9Cxciw7gTNK3OyM24raFrqUK4yYWyPkg7ZFaTABCUPkoNSmyg3lToqOvWZWxTZzXw/KNUp6C/FuaPdKi/t86LQ44kq2LueqkxD+5VjipCjDdTk3D3sgD+SkabdsSVsIT6vZir8rM7n5WF1wvD7nt41BIVqpVzI9nn+kNSzlLBpS2W3NZ3O22SVWqeRJm32srLbL0S7mBoIrN9Jtt3I8OzaOlSEhSl0ZHnupCCfn2lppBcdWx62e2WVyKfNOmqnt5b7j8m3F3a7h5pNtJG7hxQ/dzYTSRN6q9Je1pq7okQUF/MOOiiLpNvRjUHIL2+j1NyO0VqC/dJrmlCpamm5bdRnPLEYDnS0rbo5V5tLS9ETmWRD6EqjntzopRSJnvBqD6Va9YM8cksbj3IOMB9bAyEN8eq0aJIiZSqBfkEeNJeovqCkkTQiSTlb6y3nB4bnOSGXaW/dzHizmXvlwUBDI0JqudVKvq3SlGlBPGAdOu5wS2fnVC9db3CTaj7tdu20xtOzHqeA/LhMoF/ppZA9oHVTE+qpDduQKI6A/L2zJxW3WR0P54RYGfTQKKvv5dHI26iEJV</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8" id="138"/>
          <p:cNvPicPr>
            <a:picLocks noChangeAspect="true"/>
          </p:cNvPicPr>
          <p:nvPr/>
        </p:nvPicPr>
        <p:blipFill>
          <a:blip r:embed="rId138"/>
          <a:stretch>
            <a:fillRect/>
          </a:stretch>
        </p:blipFill>
        <p:spPr>
          <a:xfrm>
            <a:off x="0" y="127000"/>
            <a:ext cx="23749000" cy="16548100"/>
          </a:xfrm>
          <a:prstGeom prst="rect">
            <a:avLst/>
          </a:prstGeom>
        </p:spPr>
      </p:pic>
      <p:sp>
        <p:nvSpPr>
          <p:cNvPr name="TextBox 138" id="1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rCHJ2MGeZ+dr0GmVRQf11mZAzk1SJJ3LlaZYvNrIjV+XahZBfLNui3TJTJ+aHkQzy7ZZ6O3m4LfBzulecl9CyPcs7uTbZnNP6YWqhJZUD/ibXLYjn29NSclEdMO64kJZ5ssh7nJA3uz2556RrYL+GYhjf1ygJ3ERNSm+R5+2q9R2F1iKJRo0GguBkDvDi1Nt7LQ/ypXGv4461ssJ7VYddoI5RzcjLlZPnCb7XSCdTItjv4ZwT2jRkDT2ULephfSJrDe0pmlXSaSeVHjYkstRtpdGMqoI959i8B/loCfKBDg3xTrolQiI6rFWFUqswdfv4yU5SJjMKqnTVhpzuKZK4dwikIzdNQXzKrstqUC9MIUTVV6WebHojpp4VujzkB61lezo/iK5iCfJkvwIBLAyRSheyOyS4YssdsU1GpYvNsoUgaF+5FcZV57QLZhutD9lcPbkdp8zdSrXD+mqFr3Y9YjItWqgxBTt8sFKEtDd5ro52JS3vVtcLWiJKh8EW+KV3XHlQ3oj0fjuaClIvX3UHneREJc06n0QZop2WS1VrJ3nV2iArbKhhJpy/a68voHFlz8nK1q7PdzI/BfvdHBtunhE6Ku2pniFQ7kKWB0u70Sa3C80QvKJTdbW9vpRIqTJdoVnZbsodM2Wba8</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0" id="140"/>
          <p:cNvPicPr>
            <a:picLocks noChangeAspect="true"/>
          </p:cNvPicPr>
          <p:nvPr/>
        </p:nvPicPr>
        <p:blipFill>
          <a:blip r:embed="rId140"/>
          <a:stretch>
            <a:fillRect/>
          </a:stretch>
        </p:blipFill>
        <p:spPr>
          <a:xfrm>
            <a:off x="0" y="127000"/>
            <a:ext cx="23749000" cy="16548100"/>
          </a:xfrm>
          <a:prstGeom prst="rect">
            <a:avLst/>
          </a:prstGeom>
        </p:spPr>
      </p:pic>
      <p:sp>
        <p:nvSpPr>
          <p:cNvPr name="TextBox 140" id="1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TOqjHDUGk7CzNB/a+Uu2O5X4O8ldiXjfqQsNcgf2dEjWTamazHGpV857ccdr1OV3uDutCbal05fYg66j7BjGtJBWqIwK8MTVJyO1HPFuqVtxxg3R5TyH0MF7NjRc9k+RHow7qmprrdixnqVKTKbcVFJtKu70NX1F3VJNNorFUWcqdtljnSSG9yyUPUzB3E2ZZ4WkIaA5INjIpOctIMB+z/GwgVGqZXT0YSiZLrZiF22PdZr2jqvvBsqkL3Kbed4dDLa3SctJLorzRptxGM30I639/75+pXHDdEWOlPILK96eIcvmZmyep9twzCnMC8RkByRnH2nuO1qM7gX5VpxTP72b0eoXqfWZTl9r5NE8q+7ol1Dg9LffGs7m5d+SuJYxKruD2l6mSSpb2xSmM1yu6XckB/9UzjJKQqxSnzk4hkp6XpMucUMJrlUF9okoeGqiQnCzlVmZ9kCy8CoRIt1129k6bnJMOd7CEdteC+bwFgulMRWOEncYhOTeeIXFP9keUMK1PinJ+261JVKm/c1DJGSflCS+YYTxRamisW2e4sUQc0kYDEelaUh6WKqAfEPVZPEOVqrLSSQoS1ZyMB0JetmdukyqspM3CRFVUyoltuV7OzMxDZQj8a3DGwh0ibyjinWDbgF+ZAZv22F2xlEWL9X</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2" id="142"/>
          <p:cNvPicPr>
            <a:picLocks noChangeAspect="true"/>
          </p:cNvPicPr>
          <p:nvPr/>
        </p:nvPicPr>
        <p:blipFill>
          <a:blip r:embed="rId142"/>
          <a:stretch>
            <a:fillRect/>
          </a:stretch>
        </p:blipFill>
        <p:spPr>
          <a:xfrm>
            <a:off x="0" y="127000"/>
            <a:ext cx="23749000" cy="16548100"/>
          </a:xfrm>
          <a:prstGeom prst="rect">
            <a:avLst/>
          </a:prstGeom>
        </p:spPr>
      </p:pic>
      <p:sp>
        <p:nvSpPr>
          <p:cNvPr name="TextBox 142" id="1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tNg7JvkfVPNDfbUNR5JaEPNVxxWYVtZQ8xDeDvmJSg0JpCvnKypB7s70hklvG3qJ8Y6rKzXlz26b07LgqDHfOLqyvbqVdA03Rduo2Ol7KPAijNsTX20zRHRkTgLccdYvS7r7u7As1yfNS46GOTLEC9qGqbMzNwFwvUFZLVWSZKaRMuqIsDTRD/YxcIvblUB8rdGciVwZ1or0n1fRCIHaZPOTng/18p6Ygf1hT03w9md6lVVKRWiMBiaOimy0zeZFaiIspWor5jNwudZce1bXAX8pVoSiPxs3dnKbI+iqYj2UrN1eJ/kBJCkQ/M3dbMjlQ6X0/U0LFA8S7nVWx1ybV3TqHctM92MdVY6USBb5XQYJt7OVSfVgwaXa9nyJTTmbctkEoKm3YmQrkdxkiXH/c5vYjJJY0xc0ytSpPW6yoIyE1YMB/L0Seru+1FnJW7tht9QYFkRRmuxba7cUZhPtazyQ4J50WbG4oyI0R15pTYloqCVmbL8rF1aEQrm+PZ54h59KDqUgaGXuFJmtr5PBlum8SU6PRQtn8wHEbUirjebIy11F9UKHlXrU6mjtbud0Q0maWrfODfE6ytpUtJ1CZ8kxuZjZ</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4" id="144"/>
          <p:cNvPicPr>
            <a:picLocks noChangeAspect="true"/>
          </p:cNvPicPr>
          <p:nvPr/>
        </p:nvPicPr>
        <p:blipFill>
          <a:blip r:embed="rId144"/>
          <a:stretch>
            <a:fillRect/>
          </a:stretch>
        </p:blipFill>
        <p:spPr>
          <a:xfrm>
            <a:off x="0" y="127000"/>
            <a:ext cx="23749000" cy="16548100"/>
          </a:xfrm>
          <a:prstGeom prst="rect">
            <a:avLst/>
          </a:prstGeom>
        </p:spPr>
      </p:pic>
      <p:sp>
        <p:nvSpPr>
          <p:cNvPr name="TextBox 144" id="1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aY8srhfGq+vh1twRu1UOQTw3c9XKQlcJQ+McnlmoXn2XURftnTLstviCXUm6jVFR4mmGgvxtP8+tHZ6r0XNiti0fEL/Pa3JjnkLtXbsJ8fyaH9ZC/aKLxgLpC5N0c+rWnZP7TbeERsW+64r1VVGk682ehlhW99yBSI0l2uFtix8rzsKtEtVZm9Zn5gLthG1ZVjgna1I84WWRQ+84V0F8PsyHXGuquOOUR0qHktF0hJFngf/NLPg2ZVT2ML/725w7oAXeO3Qadlhf/nv/FJCdAftiuCtET0uc3NzWTJOsz0clgS0sim6fRaJJKPyMQCWW64b65U2WOzRotoqyUqxXeK8rHygkCpCetCf1guctRrtW0tbrPXkizxoeoS/KDDJ1eyEPOkqp7Q2XuQIaZFakXM2u096OXw+niB+MJm5/b6+8IJ4ozwq2W1tpK9UTehNHKM17ebdScTMqUVolNVTYaC15YilTiDdzPQtJSWkkdycu5JcjuVLlxXph4WrVrDanlMV8xzPkSnKzYnnteWsV7FMQf012M8nTch4jiDPt4A5lujr3IHDdod1QYeQ0uSnxVL9fF4R8fQzxVK3uqDRnVheoOTWrDlepjFSvNC31BLZHV912hj9IJL</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6" id="146"/>
          <p:cNvPicPr>
            <a:picLocks noChangeAspect="true"/>
          </p:cNvPicPr>
          <p:nvPr/>
        </p:nvPicPr>
        <p:blipFill>
          <a:blip r:embed="rId146"/>
          <a:stretch>
            <a:fillRect/>
          </a:stretch>
        </p:blipFill>
        <p:spPr>
          <a:xfrm>
            <a:off x="0" y="127000"/>
            <a:ext cx="23749000" cy="16548100"/>
          </a:xfrm>
          <a:prstGeom prst="rect">
            <a:avLst/>
          </a:prstGeom>
        </p:spPr>
      </p:pic>
      <p:sp>
        <p:nvSpPr>
          <p:cNvPr name="TextBox 146" id="1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T0kK1XBHD9bec0+ihvDNPynJ5sFW91tycouqAY9y0Ot2a9rQK9mxdF1ywr8MJT84rQxjPtDKTNWJttwmIkTuoJDpDt1ljtxKZXvCakFd0Va5T81YYrzZFreh2aBbmp4eakG83UyUXcn/b8+rGrIQ6Da7hqmxrBfaizXBoMBHWctuWFhItUTsLlUtl123lub5Hmtwozdf2xFwedtysR4IdD4/Xq7pDW6SoEllHJapOylpf7Jh0bpfkuD6zNOQhKA+/a3J5RZCmQll2D0KvTctKrYH6B1yfWNCiSa3nzQGqGEUYL5VmPFrkCQdph4EWzkeJperCaHcAz6FQ1pxsrDYM5B+NjdyWGp5HtXN9ipfWqYE78lJLlejmTAo1h4OFs+mUIN5ZuwNKYCqNidxeKPScZkebCirVrZTbLW0K88DeD/RFxfEW6UF71xMVmO9ZtSgPzHFT2g+mBoPy9GApK8m6KdLrZUEXKg2wn1L3UJ3Tcpqz0IosOG5zmIH8ebvVVkgZZAy55kz70k4T9pXQ3nOLJL8rpMsHoaspnKzRNV0li2wO9Nd1YDz0gZOIHa9pwo4uN8D/</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8" id="148"/>
          <p:cNvPicPr>
            <a:picLocks noChangeAspect="true"/>
          </p:cNvPicPr>
          <p:nvPr/>
        </p:nvPicPr>
        <p:blipFill>
          <a:blip r:embed="rId148"/>
          <a:stretch>
            <a:fillRect/>
          </a:stretch>
        </p:blipFill>
        <p:spPr>
          <a:xfrm>
            <a:off x="0" y="127000"/>
            <a:ext cx="23749000" cy="16548100"/>
          </a:xfrm>
          <a:prstGeom prst="rect">
            <a:avLst/>
          </a:prstGeom>
        </p:spPr>
      </p:pic>
      <p:sp>
        <p:nvSpPr>
          <p:cNvPr name="TextBox 148" id="1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pk5WekLI8Fwkpzc6WubOZEj9SyS2n1arnC7dJtdVTIloV2a6yG/xlM2B/m10JCVXmY7J5NsCQJAq7R1lQ3dFr2BIk+FGpsT3baM178nRr+O5HmuLTenriztK9kDIWQbREbOJMWpSjM7eosm2gI5jrfphfVVnienchXRec9rr9YjoUnngMS9qEtUsVGykJFN5tyRaQ3AX22ZEspX1t36PJXetOn8QMwKnlTfuoPVTlN3UnaxEOg1+INuv4NMa1GvhPsBKulqqU0KxZmFBka1K486Sk2kIUcqQT6j7WTFHTr8IV3jK0JfoEb/mPVtcVtbQ3zS3KbdolQA+3aYNEqIzm4ct03sbInY7jYLNF0IEF8ZNfK4ngY/ctcYZud2XTMLaN0eVtxOseTOvW2hRiFKkQ/1vQdpMd9el3PCfAfjGc6EprrrcVlCmCUbyK0ehLHpcuVhi29PRQXiv+XYI6z88hDWv3oDvr2f2PsCknILCUJwAddzKx1GSBpLD+IpwfGIVt9pIdRt4P0xVdGjqDHED4dqfSOLfW/j0Y2ys0Lc/8/emzU5imT7g19lXsewTrH74eH/gAAhNuGS0HptHgBJCLQgNmf59ONkKCO</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0" id="150"/>
          <p:cNvPicPr>
            <a:picLocks noChangeAspect="true"/>
          </p:cNvPicPr>
          <p:nvPr/>
        </p:nvPicPr>
        <p:blipFill>
          <a:blip r:embed="rId150"/>
          <a:stretch>
            <a:fillRect/>
          </a:stretch>
        </p:blipFill>
        <p:spPr>
          <a:xfrm>
            <a:off x="0" y="127000"/>
            <a:ext cx="23749000" cy="16548100"/>
          </a:xfrm>
          <a:prstGeom prst="rect">
            <a:avLst/>
          </a:prstGeom>
        </p:spPr>
      </p:pic>
      <p:sp>
        <p:nvSpPr>
          <p:cNvPr name="TextBox 150" id="1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6qjLv7ba7TdtkmFWZpULy9Zzf4ij83KSr34v+EnE3dONhn3bwfv44aeIUpLhxyHm2TwPulXm5ou22GV43x8TtgudgKv3laJNlfdTK3o4uFN+z5oTDy+5QlvegdJSipPy2XzGniGXNUFSkx2JKonoN7++bqBWZ4/XOl9z0bp1a5c7qYdOMCcavwsFTpOeGwY52aIbBMqa84s2VgQRxq7k8eMdWuU36NZ7OJmnAr5fHsyKruxte2uJe500Bi/A+O5lEA/dKEodqaZbm43BHUWuoQH/k0MVaA5rL1tmaUTKzjppKLK4leeYQU7VwF7Bbn8SsN/gwV85Lh8P7g0jjWYoPa1AiKkA/zguVPPaV7Su4kJldxKjabjRLOYjFDW+e3TTjhzP13/WqvRJnRzK9q9Yqr2iXysKHhX4LBuZx86E+sQa5qCXvCqIRpfDAVkQuC495668bRBuaxSs/GPg6dJT15m5T45xNM3HnuWclXFEyFtfQ63x+JTzIg7bGUaL3GdcqYagYu2ZGdDk/lmRpX3slXxIPn/NNqN/RdPn4WC+tW0h6Dw8hBt24hfhILg/</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2" id="152"/>
          <p:cNvPicPr>
            <a:picLocks noChangeAspect="true"/>
          </p:cNvPicPr>
          <p:nvPr/>
        </p:nvPicPr>
        <p:blipFill>
          <a:blip r:embed="rId152"/>
          <a:stretch>
            <a:fillRect/>
          </a:stretch>
        </p:blipFill>
        <p:spPr>
          <a:xfrm>
            <a:off x="0" y="127000"/>
            <a:ext cx="23749000" cy="16548100"/>
          </a:xfrm>
          <a:prstGeom prst="rect">
            <a:avLst/>
          </a:prstGeom>
        </p:spPr>
      </p:pic>
      <p:sp>
        <p:nvSpPr>
          <p:cNvPr name="TextBox 152" id="1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nXc7UdE2XkLCPhZdbrYNYmUBcUHWzKbXOzljPDhMFB3PLBZlw1bOe+VYHBJ8Pgza0Kj9eQe42vfv/KUa+KAcyG2Dl10hl0J73ALYxt3Du3WzHc9PuTOYhyIll/NuPbDx+RAqh2To8enutzo/t4oc6kO/ILu70Ab8Umh75bR0ZDK7Jwv9A+8v12SHd0pUDezypINipIPsy6erm7GLWgwV01nyVF9fc7crbZ/yD5MuyFSQBl1YXYdEYbWLgRfTYaq3M6YJUaOmEo4YJY64Q7LlP9Zr9rLCiEM3y1A21b4kU2/pB7ypKACMzCESXDdb1AfdNYfeMwe8v0HgdmIq3xQE8oVgm1tEvLo1DIXVmTvBzXpSdmLVHpjH+fp6n09MKcsp2xPV4zvJUtDA1hSfhpl9JOORWNDHr/isNMts0/TVS3P/Z55vl+z+SvHrND4vvEQmWMtbiaNNniFOcyq6vgw6Y2eSqCXyUvxeL9PoGpdFw9GH63SWEL3tLDRwz3itLBaLS9OfJlokeNdpBX6lWnh1DEjUMVfq56YB9ej9hmkGDp2Oa8XyJgOe28ej3k/</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4" id="154"/>
          <p:cNvPicPr>
            <a:picLocks noChangeAspect="true"/>
          </p:cNvPicPr>
          <p:nvPr/>
        </p:nvPicPr>
        <p:blipFill>
          <a:blip r:embed="rId154"/>
          <a:stretch>
            <a:fillRect/>
          </a:stretch>
        </p:blipFill>
        <p:spPr>
          <a:xfrm>
            <a:off x="0" y="127000"/>
            <a:ext cx="23749000" cy="16548100"/>
          </a:xfrm>
          <a:prstGeom prst="rect">
            <a:avLst/>
          </a:prstGeom>
        </p:spPr>
      </p:pic>
      <p:sp>
        <p:nvSpPr>
          <p:cNvPr name="TextBox 154" id="1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NFZmRat9PE9T81ndAizvBbkoEA5cYnhrRbrJgGO5UIPu1DuV0myHDm+Vx9MV8N5cK1Nq3/HylMYDNwmTHVOpdYi3kXhDQqo2G2U5aU/4sn7c3ngvvYqSRExsozZb52fAdq/TjBK5slbkC6+Y2anBm6OgR/1hR/GUTDiKl3ZGSl5uelBIE/bYpEaI6hftflYe5bAgJy5WMh7n/Rvv3eNmUbZb5ewpYIcNma8mbcQpl9xRzO5ywno4i6PespYPZfGYAln5SlmyA0xDZfkyb9hQ5nfEm/5lqUCpzfCiiPdZnwpaqJTa6v18SLNC9cw4POjEsE93nRU6fqnwp9vLl7eWRv2edtDgaisu3s5WDY1PXinAPdVrsiy8JOpdQvuLHK4nm8nrWLZoSde/uYUJ9iP48bzDeUx4EuuppHPMrlHRsmxMsjm6i4DnDZnqC71j8PkqU2Ls2fb8n7ueWf2nrzdW//nrlP/Btn758788rn+5tn79gOT3ev1Tbf06JH+v1+/c/p3bv3P7d6z+zu3fuf07t/+Tbf3H5UE45bM8yHgbxsfVKEj89y9H+XlJj</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6" id="156"/>
          <p:cNvPicPr>
            <a:picLocks noChangeAspect="true"/>
          </p:cNvPicPr>
          <p:nvPr/>
        </p:nvPicPr>
        <p:blipFill>
          <a:blip r:embed="rId156"/>
          <a:stretch>
            <a:fillRect/>
          </a:stretch>
        </p:blipFill>
        <p:spPr>
          <a:xfrm>
            <a:off x="0" y="127000"/>
            <a:ext cx="23749000" cy="16548100"/>
          </a:xfrm>
          <a:prstGeom prst="rect">
            <a:avLst/>
          </a:prstGeom>
        </p:spPr>
      </p:pic>
      <p:sp>
        <p:nvSpPr>
          <p:cNvPr name="TextBox 156" id="1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19djsIJ/6tFPfp/rswJNTM/n4XyX1sihBMEGC/kQwoSJA7G60g+b3j52e/+3RtfuG+SzCv0Y+J4MS8vCcL5b+xf64T8rN3fl8L8LhTyv1goRP5TCQ/5v6VSiPLHXiTp9x06/9jFImIsSCChMD5zssgKfAQnRZGkKAaWi0BifxcK+S+9sOT/69VC/oa+CRwNCElElGDG6zy5b2gsuiCL/PsF5ZtM38Cz8vsd3759+8P9mtI3WeAUjpdY+vvxSk95LOPBKoCkdwswlhFROCQq4wv/z999+t9od5w8XtqJ3t3RAYmyzHOc8uMFabzvWaFsxP+8f+4br4w1R4Sx9fGOT/EbN7YpccK7BZ42KYosJ0h/6Z+2rkiIZxEIn/PnOMphSGHfzQnfRFEWeAXJP+2fTpcOXmZZeP/+/0LfJH68sp17L9jfYCxTMJYykf/c/x/b+re/yeO91UgC5b10fxO/fb9JXPnO/x+LKwqSIMvA0RfEv46G9gWCMF7U/tkCCzRqxc/9FL+hUTRICP66G/w3juXEsczH+9PCN2W851fhxc+1pGQvIZlVfr4a9AM8XTv48Xu6Pd9vQAcJ3utJX/i+OfLYB/fH/mksjXfUwo+1pqOni8uOF3B/</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8" id="158"/>
          <p:cNvPicPr>
            <a:picLocks noChangeAspect="true"/>
          </p:cNvPicPr>
          <p:nvPr/>
        </p:nvPicPr>
        <p:blipFill>
          <a:blip r:embed="rId158"/>
          <a:stretch>
            <a:fillRect/>
          </a:stretch>
        </p:blipFill>
        <p:spPr>
          <a:xfrm>
            <a:off x="0" y="127000"/>
            <a:ext cx="23749000" cy="16548100"/>
          </a:xfrm>
          <a:prstGeom prst="rect">
            <a:avLst/>
          </a:prstGeom>
        </p:spPr>
      </p:pic>
      <p:sp>
        <p:nvSpPr>
          <p:cNvPr name="TextBox 158" id="1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jn68sp9Fkvjz/qVvAo3EcYKf4aPwEozXrn+9ADQ2+Y8V+vMNvXR+/PdbfZXP8OdlUZFZ+PECjQeZFSSW/3k80AAGRVZERZA+40GmezZO472H45LIMFYY+esOyN9o7+J41f3Hm8f0Uvjxkvm/W1COBqPIST/vX/mmyLQJ9kdE06DiQBIlYMWvBB0vzYePnPtjPnA0vqiOFDj+/WblG3BUYMqI+2wORFEZr/n9ef8C3SEJjdfkfi44kuh06UufKcbTDEfSx4D+vXzg6FzoJ5XvwfMBJVT70aVHP3aDp+jDAiew0q/QQaBdgcB9dc6Ntw1LSHzHIxqvDRZEGmQ/y4ex8MtX8oyTYyVO/tzcMbclThRYif15PFI4VejU0edqcN9AUCQKSMrngAQ6AOrQ0F/ygYY/7YoiCfee/7i5LDUFCvqCK5aiHd1g/mM6f+2fghddbZ79zCiqysd7j9mvAEdjxaGPNf5zPsjfqEgYL6b+u/GDICl0Ez4RgToQUeCA+/kOAE1hmlMIvvIBjbdbS9IX5XBjYRLpA8H/</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0" id="160"/>
          <p:cNvPicPr>
            <a:picLocks noChangeAspect="true"/>
          </p:cNvPicPr>
          <p:nvPr/>
        </p:nvPicPr>
        <p:blipFill>
          <a:blip r:embed="rId160"/>
          <a:stretch>
            <a:fillRect/>
          </a:stretch>
        </p:blipFill>
        <p:spPr>
          <a:xfrm>
            <a:off x="0" y="127000"/>
            <a:ext cx="23749000" cy="16548100"/>
          </a:xfrm>
          <a:prstGeom prst="rect">
            <a:avLst/>
          </a:prstGeom>
        </p:spPr>
      </p:pic>
      <p:sp>
        <p:nvSpPr>
          <p:cNvPr name="TextBox 160" id="1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ANorGAgjfdkf244DQeRlwF9RvNYfmKs4vHzHRBpPlKCEPmvBKaMJ1BYFb8YBthPBP9zPnI0wNg3dn+sn0x3HP5u9GNFAVn5DlHcz/rnxnShOfv+AF1Skab0x5Z9LCnL8TSEFfjz/P+aDzTvWApd0kdfNBnHIjQjHLzhgs4WeIHurvDz1YBvEl19oOn/Hs1IryJHCZr9fGEs7CAL8Fe2pL8T6V6IiHvTEd18eax1Icni51wQHQ73CZd/jQZZpPhMEeETTqi5lZTPJmk8jshAE5L7KzopY00Jyl3wJQ4o1ALPK1/hiUQkjlWLfjX/725a+WQ4+Eb1rzIWwvhsQabsJtKg/o5Of6nUIFG84MaSNV98DxLlA+5HgI0MII4AJ7O/QkgFjTP+7HJULKwofgTAGxNohgD/keZ/3AMagDDeLs9+CbTxmIAiyg8BJoyIwgkfGP7zjODF76Vo3h+QvklUY4ii9MUQlJ8p53B/VWxjhFH2oKCgfAYMXS00Vjh4BwU36h0KMr+aPw0aCiGS8gMxRo0y1lfjP2F+1EEsojwI/5Fi4r5f+i8p3Bv/KD7Qf46lsLgvyB6LbgiI/RVf06EL3Ndu8DQixLG2lvClmCgACMD+RD</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2" id="162"/>
          <p:cNvPicPr>
            <a:picLocks noChangeAspect="true"/>
          </p:cNvPicPr>
          <p:nvPr/>
        </p:nvPicPr>
        <p:blipFill>
          <a:blip r:embed="rId162"/>
          <a:stretch>
            <a:fillRect/>
          </a:stretch>
        </p:blipFill>
        <p:spPr>
          <a:xfrm>
            <a:off x="0" y="127000"/>
            <a:ext cx="23749000" cy="16548100"/>
          </a:xfrm>
          <a:prstGeom prst="rect">
            <a:avLst/>
          </a:prstGeom>
        </p:spPr>
      </p:pic>
      <p:sp>
        <p:nvSpPr>
          <p:cNvPr name="TextBox 162" id="1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J374X+xDg7948FnmRPuGGClqRA+Vzc3+iX9FY+kN4z4D2T2OJVaQfy0dngEQq+LgPAv3jbtC15Ef5/clvNMGAim1Z/CI8lkaiIP4CH0f0oVBE9ZD82T+FkFGfyJ8BRt/Aj4VoPzLij2UslLHm31jxTviMB4H/XhFI/FwSupejgH4HyJ9HQMN/rMdHRf8XIXxPqR8gNrL46EBo3P1ZMfzbuL9oxE/2K5sEOn4azcrfaVYKeCyv/IqjaQKNFdu+9nCsZ0dTWvp8YSRxSr1/1QgUwGSqL0T4Mdgx/QQWsZKsfEYzJT+qqQTlV/lIxZrM0SD+nC4/lrFQOOUT5nmWUiCP0H+UDwrNHCoPvtiWwgUaCzKKX2wzFkwRKW/8PB7GaKdbIX1nXOl7C5TsKKWgrwmOBa3Yt6b6827Q7JPHv3n73A0YzQ/wX3qHpxBMNazwK8Uis+MVv5/4MnqgsbbKZ5NUE8hoLM/H/ly/0nSiAPnlxmhbPP/DMHxXnyNecexP+x/3k76ZKgLpKxqFsYzdjwF/dwAwFpf6hYMYpTbF97+jg7GaHMAXR/</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4" id="164"/>
          <p:cNvPicPr>
            <a:picLocks noChangeAspect="true"/>
          </p:cNvPicPr>
          <p:nvPr/>
        </p:nvPicPr>
        <p:blipFill>
          <a:blip r:embed="rId164"/>
          <a:stretch>
            <a:fillRect/>
          </a:stretch>
        </p:blipFill>
        <p:spPr>
          <a:xfrm>
            <a:off x="0" y="127000"/>
            <a:ext cx="23749000" cy="16548100"/>
          </a:xfrm>
          <a:prstGeom prst="rect">
            <a:avLst/>
          </a:prstGeom>
        </p:spPr>
      </p:pic>
      <p:sp>
        <p:nvSpPr>
          <p:cNvPr name="TextBox 164" id="1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sqEe4nyuGcQ4ULWgI8F8MIwpU1f8QIeOmsqMP46WfrcBYY4Sm74/gGe3GWD/pR3fjkox1Wegy/RIRaPxQjoDP8BsrUPGi8hVDQFUHVVE/QUT4qH/EfwIQtd802lhF/kpQBUZb+QsH833BKWDwn3QofJO40dTJX4iCeF6Q3wn67+UDpTZulCPoa/GpoKMu87vY+3BjVFGPdY2kX8UDTxeT6ssveqV7zyGekz/zm+qBMUbkn50vjPVveJ79Un9UAI1nLsonYFNBThXiL84XaEZTbhIoeqIvQqMrTwkevmZAFTx6C8o/9j+yD3V07Kf6FMe6hWMdUOGTrcdskkAUforOowei+k4S4Qe9C99FKE2grwRheVagBPDOhz8rJhjL2YxVSOXPFaTBhOiovlz9WDPqa5d+4uqpZaG6Tf7SHGP1RJH/0vCUQ6iI+njhL2swFu0B9HUEQCfA0QD/wgR2PAPjBeFXGUH3YEQl+MwpajpHjIRPTKBrKL6V8V8wkSpkCaG/QxSa38pIuu/m6PyoWpPRL1TraDpoX9R2fB2pUQFI+5OVT90vfS9ZJ8n/</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6" id="166"/>
          <p:cNvPicPr>
            <a:picLocks noChangeAspect="true"/>
          </p:cNvPicPr>
          <p:nvPr/>
        </p:nvPicPr>
        <p:blipFill>
          <a:blip r:embed="rId166"/>
          <a:stretch>
            <a:fillRect/>
          </a:stretch>
        </p:blipFill>
        <p:spPr>
          <a:xfrm>
            <a:off x="0" y="127000"/>
            <a:ext cx="23749000" cy="16548100"/>
          </a:xfrm>
          <a:prstGeom prst="rect">
            <a:avLst/>
          </a:prstGeom>
        </p:spPr>
      </p:pic>
      <p:sp>
        <p:nvSpPr>
          <p:cNvPr name="TextBox 166" id="1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UOwlKxGhv+i9+9lej8Bi0Y8/e1YO+vnESGOZyyK8nlmNg6PxtRYI++rBUHkxiOGv+IDRR+qkCjdoy90k7/XGEOfkwNRklgJfnnCQjNWoZZN/DozpNgAoiJ+9k9dASVlWf6ZfubYEU1+9D82R7tTlM8UHfmNstj7hOyn0TCWl/uywKOFp6Qn8eLf6XeqyBX5w9H9iSGk72euSPxhAL9DEIUJ6VMCjpoGKWOtwV85CLpkEmVp8TOJWQlRhcj/EHForE7EAftzFzVKxtGHfW0XoqsnfScc8SMeqYUCkUW/VCzf/cnnhIFytDTS7BfMihyVsNLPHMx3zU4JCX3BOY3b8eDvqzmq/sZjzF8yFGWI8QhL+NKsdAuoyPlKcXas+alIwj/gIBCMhS2FT3qU0fgnkCz7aRFlujU0aH5x5jpSCsUzgK9DKX4sVsdLX5A9BiNNOvanJ9BjKUT588RSGLdOeaff+wBxLFkpSPCraKDRxkuffnPMR6pPxlpfnzP4qA/2fcXFP/s5drR+wCmf5o8dy5d9DOiDXyiDjTXe5F+e+dIllGRO/</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8" id="168"/>
          <p:cNvPicPr>
            <a:picLocks noChangeAspect="true"/>
          </p:cNvPicPr>
          <p:nvPr/>
        </p:nvPicPr>
        <p:blipFill>
          <a:blip r:embed="rId168"/>
          <a:stretch>
            <a:fillRect/>
          </a:stretch>
        </p:blipFill>
        <p:spPr>
          <a:xfrm>
            <a:off x="0" y="127000"/>
            <a:ext cx="23749000" cy="16548100"/>
          </a:xfrm>
          <a:prstGeom prst="rect">
            <a:avLst/>
          </a:prstGeom>
        </p:spPr>
      </p:pic>
      <p:sp>
        <p:nvSpPr>
          <p:cNvPr name="TextBox 168" id="1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ylGs+gqaP9OvEciw1L7zP0PzuI8YRd4ceSsF8Keqw6LrDwdw8lxhObX/GD/A1GySKw7NepJd0v4KQvDzV6euX9FOHPiES5lMqJH3po/LQ81kSWvk75aLbxX/H+E8U0GgT4pAOqWanFZyXh6xh+PDUEhRd+dsooUvAaC1Z+nXFRBS8g6Usz03yluyf+sn9KbzQCuK+nKIowHlvzXyJaoewicX+d/5/zgb5zLCsnyV9njrwyeg/lq61R/Y+HzL8aDY1nmuI/DOQYoOL4DOHz1HQ8VRuPxLifsDV8rwJOu//aOgqtLCf/ODIaFclYqFuRfuloxy9PiJ8HbN8nz30vMvzpCPmRcCQefuqoKRYrHw+A3tJiFFfSj/Af2wduxHfuV9E4etWx6PvngBXKL/LnBo8LMlbsVj42+KNk3P9AVQkWIS4MY8ReaCQjWYnYmMa1cD5JyuUcRsK/YFUJWfzHCpzI4u/iEb+LR/yuFvf75z9V2O6/s7LdP/Hf//mvrYL3q69IyuLvKni/v/D43/KFR8rbf/gGHw2139/g+8dK/rICnMKYGz2hKF5EYKmMAykKoxhFEs/9roL3nxGJv6vg/</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0" id="170"/>
          <p:cNvPicPr>
            <a:picLocks noChangeAspect="true"/>
          </p:cNvPicPr>
          <p:nvPr/>
        </p:nvPicPr>
        <p:blipFill>
          <a:blip r:embed="rId170"/>
          <a:stretch>
            <a:fillRect/>
          </a:stretch>
        </p:blipFill>
        <p:spPr>
          <a:xfrm>
            <a:off x="0" y="127000"/>
            <a:ext cx="23749000" cy="16548100"/>
          </a:xfrm>
          <a:prstGeom prst="rect">
            <a:avLst/>
          </a:prstGeom>
        </p:spPr>
      </p:pic>
      <p:sp>
        <p:nvSpPr>
          <p:cNvPr name="TextBox 170" id="1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s19T9jnKIwjEQxjGTqWkURoVA+iZEihyx34uDM/isaJ4H7TlOS/H//Nka/jdH/f4zRa5scyFKOOUSe3jEFkpzTBjj5NVa12W0gCQWnkbYen/UklHJodLQks+te0fvtrU0RNzN1MuN3GWqXR95DzqmUPqriqd6kBwQnc9ZAFYh6e8PdDvZikfttGSxQ+ziKrMx46ZTgo8+VzaMMPfSs5iFxMmSjFjbnHDJRk3wF1qlbxVgE8I+JQ6bCzED9owob0LuSbSZL8xH0XeX4kFjyzSfKJou6pStXaP56MNjcXVg09M2Lh/vqOMPmwa6CIaafR9F8eN8CrPkWOcNx7vpkyru1W+9y6QyoPCuNLE8J6mLRi1G/z5c48Nm72693pIemso5Yk62gbHkMDsgvSyD2GlRdSKOAhcXymBJs22U5zIRtIV/RxiT7ZLLMehMOB2jsQ0RC83xx+25B19dhFwNRWdAzfhDp78t1bGN1cyuyupk4OUyIJb7Hq+wWuZwkOSFambCowZtgA4hrTwSnx6WeZ6XJAH9QAC9Cs3S71Y4H6NaPXbMKwYsqJZoC7HTLbo67FJd9s/EARN3Y4QV/n0WcG20t2HYP3AhF6GXddJJasJh5GLsKqFlf7mED+</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2" id="172"/>
          <p:cNvPicPr>
            <a:picLocks noChangeAspect="true"/>
          </p:cNvPicPr>
          <p:nvPr/>
        </p:nvPicPr>
        <p:blipFill>
          <a:blip r:embed="rId172"/>
          <a:stretch>
            <a:fillRect/>
          </a:stretch>
        </p:blipFill>
        <p:spPr>
          <a:xfrm>
            <a:off x="0" y="127000"/>
            <a:ext cx="23749000" cy="16548100"/>
          </a:xfrm>
          <a:prstGeom prst="rect">
            <a:avLst/>
          </a:prstGeom>
        </p:spPr>
      </p:pic>
      <p:sp>
        <p:nvSpPr>
          <p:cNvPr name="TextBox 172" id="1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qTJybs43680S04GUniGD3pWTtcbx1yk7MH+uLvP0aYn7zIDZpXkGb45UMw3W3Ic59enerXclasJsGC6JrTY76rB+W4CQRR1Q/rMv+5c0SeMaXcyOvRcPttiulQY3VE4x7qchaBZY75c7d6e4EJx69yjxcQjMPFniGlGhorxvJA0VjjnjBbec6O7MLCx7DqSbuFOZRv+wEC+0O1+k7fvPEWkOgzifEjbho6BqDCUHskxUOrHaDWuVsVMAKBYMdD5KhB1Ht0dWvfbzYNrne2LjN0Z0UKtbTV1e2vhKbUDwuNtZ9t8vIBHoZtocr20yny1vUdp64RmmVaVhzXk7UKeorh8VEn/ttVZZ6c6tMFZknkfelRWXqz/18vVbUChYft8pPXy/rDL12a3xW0+j84vgRw7ZvdTI/b92ynnAHFTAOW6INm7NbrMNjhW514pPV4XINKoSWB2USl4MPGz/LuscOUoQK94FnL/OUtc+VcgBnKdD8tctpJOBb2SBdrQLsPiarYbjLCQuuwlrkYE+Xet8ptw1K5J3c9HP+har1A3nAQGh8jFc9CZMNWqlzyQfl6GRV1pEWdhpv03heRmW/4dWx6tjsQDDCg1t0/</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4" id="174"/>
          <p:cNvPicPr>
            <a:picLocks noChangeAspect="true"/>
          </p:cNvPicPr>
          <p:nvPr/>
        </p:nvPicPr>
        <p:blipFill>
          <a:blip r:embed="rId174"/>
          <a:stretch>
            <a:fillRect/>
          </a:stretch>
        </p:blipFill>
        <p:spPr>
          <a:xfrm>
            <a:off x="0" y="127000"/>
            <a:ext cx="23749000" cy="16548100"/>
          </a:xfrm>
          <a:prstGeom prst="rect">
            <a:avLst/>
          </a:prstGeom>
        </p:spPr>
      </p:pic>
      <p:sp>
        <p:nvSpPr>
          <p:cNvPr name="TextBox 174" id="1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2AIQOJaJck0TsNnjJdL9qeuNsbLnc/nB0AO9UbudxWqC+S2Rosa+v6nH0rhoHd9T0qp968mQU7ih/pzDzAEys74rqvc1TtH9wZyAMnvjB5TYc27jURgmrzIx6YU55AvHGPDbyEPOp9fAW42gWLNemsBm1FRBnY0OuJze9VnfXPizNEEzIlszN/1rtHPNxgN7+8yFStZ0EPlsNDzZgIu5eTn/XexVuDv35ssX8WVll/eoWqvMtVFnsnD5fd7JKYIGvtDO+iuxsQRqoMaL3zARvlZhMV2VkIUadX1/et5sX8/EDuRVTJ/Dap3O6hhw6wrpI0aIUfLmnt3Q7NZyj1advLYZjuWwba8LnEjs+voxqeyIeD58s+VzlqVBtwzMFVEx3vVOtQ9vpu5wCxmgibRewEl+0KG3K3yTbN9eX66FmahzUlgFbGXrPKhrq24gRsPyj9NqupzBv83AJndQ/f411mwg7tpmlA/E0NZZOqegyeUKwJrmOr7Pro0NIt35388HbhUB/doiWQeVjjxW5pZU02XA20XcsdtpTzLeidY0</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6" id="176"/>
          <p:cNvPicPr>
            <a:picLocks noChangeAspect="true"/>
          </p:cNvPicPr>
          <p:nvPr/>
        </p:nvPicPr>
        <p:blipFill>
          <a:blip r:embed="rId176"/>
          <a:stretch>
            <a:fillRect/>
          </a:stretch>
        </p:blipFill>
        <p:spPr>
          <a:xfrm>
            <a:off x="0" y="127000"/>
            <a:ext cx="23749000" cy="16548100"/>
          </a:xfrm>
          <a:prstGeom prst="rect">
            <a:avLst/>
          </a:prstGeom>
        </p:spPr>
      </p:pic>
      <p:sp>
        <p:nvSpPr>
          <p:cNvPr name="TextBox 176" id="1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x99wL/oRN1lF/WD5YOM95wPMzOZW9xdP2VVEMiFbd2bLv9JSBTrwssbdLuqytM/8G21M+wZbBzwJOmfW+Qk758yMetOjKhrDKjZvfa9k06oqmfShZt8p85XKx9Z5syx7t5H5oeJIeh5zYFwbpsR83dNGsrOfnsYGsRZE38s3WykE8njZw8Wup4fhBj3pTllQAz7HJ1LfvWXu4aIayv/qaf7M8AVXyogzliVRsGt59zsqmEq4P4BP+2XCtO8vY5NJtUG3vHh/j1TOmMqHSjiefOd/soT+GfS6JQUYxwZuHeq3j4wGoGHhhd/tCqLPup53s6emjac/bVUk8Pjyj5zOt8GxzDINhc4x7pEO09wveMFGzMm5r6I6lQQyFkcuuiPMbCOqk8IHYLaovYpsqm8N80dTRxhiqwmmXyuPhxg2z02c0chsvhcXcWv+4FfbwStB9cCg/yFaTdaf13AT16Ro+khZpVD7DVQXNYhpiXw+Zsr3UmgfedrMhs60mDhV3vLBQcpZHDK7os856UZx+yi2H3XR9Lxuz3cnwCCyeWPOZVrLS9LxDfj6oPjNIedAerciBpbetsaGgp16</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8" id="178"/>
          <p:cNvPicPr>
            <a:picLocks noChangeAspect="true"/>
          </p:cNvPicPr>
          <p:nvPr/>
        </p:nvPicPr>
        <p:blipFill>
          <a:blip r:embed="rId178"/>
          <a:stretch>
            <a:fillRect/>
          </a:stretch>
        </p:blipFill>
        <p:spPr>
          <a:xfrm>
            <a:off x="0" y="127000"/>
            <a:ext cx="23749000" cy="16548100"/>
          </a:xfrm>
          <a:prstGeom prst="rect">
            <a:avLst/>
          </a:prstGeom>
        </p:spPr>
      </p:pic>
      <p:sp>
        <p:nvSpPr>
          <p:cNvPr name="TextBox 178" id="1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xsSBYHlckblaJGiIwiMDQm2G7/U1XGkDk7ZMiLu9ai5/kWUDdazCEc8eYr1O2+cZaNqrZGPPo7IzLnaOgu52JM5BN1FbqOIa8s62yLQptKjxRY+H56o84DnzeGSde+MZeVvnMbEPaFO2nCc5UIWR3vS7eTfUx3sqoiUn37GX1Vd3CA47gPtluGNz/6TL+agqETIbn9/x65mSCTvnRYhdzfuyPWw1ypd7e03UkqHtyTmi+XrOE+z0faYP0fUm0vUfb7F1OyV6Xu/oAGcq7MnU3tZB193kNWyP+6gpLLNzu9mwNJCdX2k8rVWM2qNbUz0XoZ3P7soqaie12ihVkWZ+p1ttNnisyivR+jDFB+K1Q/5gYkDtVlM/bkHUngLpkffgTeyYcClferKq5L1Xqdhbna8u3a9rDFqurfHcp/zYqqXoQVhoJjZ200Uw4PLsIHeOWGwqVN/1mJmqimhdLOyVkh21NxZEmDnyHBvC2kSs3Kk7pPEvqh9vpuUOtRBqINrpnczqYqqzBdOdFSzsY+I+Aiar86m7hOrg3X/</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0" id="180"/>
          <p:cNvPicPr>
            <a:picLocks noChangeAspect="true"/>
          </p:cNvPicPr>
          <p:nvPr/>
        </p:nvPicPr>
        <p:blipFill>
          <a:blip r:embed="rId180"/>
          <a:stretch>
            <a:fillRect/>
          </a:stretch>
        </p:blipFill>
        <p:spPr>
          <a:xfrm>
            <a:off x="0" y="127000"/>
            <a:ext cx="23749000" cy="16548100"/>
          </a:xfrm>
          <a:prstGeom prst="rect">
            <a:avLst/>
          </a:prstGeom>
        </p:spPr>
      </p:pic>
      <p:sp>
        <p:nvSpPr>
          <p:cNvPr name="TextBox 180" id="1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s26pKQpUR7xngldWwb4MoS8dh+LL3kCsvfF6lAVbGj/pY+k+YpQZVO9dp9h8nWYlqzWzkPJHLBBnGd2zXDSSHfjmUcXzq52ifpajHNRkU1I9k8pR6/YWAE8eIbE0pLtUW/cF3Bc3tznJAqMTubgYEGNTxPNGLKI6vmcyQOnO3vHgvnZnGGpnILiczcuem95VhEF5+mjGUP3sQOig3SKQsHrUF0EfI+NM9UnrUz0XHlG/LSsWhkD3fR74Z9ZnzewACrpaeD4jGirXdeUhkvA8xuvnZKiV1eUsV2FP9b67ilyS7OEBXqeaJF7EBeo1T+rRfq5lzXXNdG5fKJdWFp+N/9YPlXlagzv1MrxRjpneHVi3lw/eIybaRLgFg7LUWqCK/UXcaqVF/WxP9S5gleo1IuCsnRuzCvIdLxF/GppBz0bcAZLnoSLqjdPdTvceMhgHXDaT+sRSPfQ6+DALLhlWJ302DL26TGE+xwy2nP01ak0bGujahd9M/IcZdYuruYRaTIt3lfDZ5sqjg8tvsJ6nGV2dLVVa/KFOqL7nHkHbYb6BrdQ/Kd8slaFdkCsg5pktm8leA71G90pGfhio2Lm</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2" id="182"/>
          <p:cNvPicPr>
            <a:picLocks noChangeAspect="true"/>
          </p:cNvPicPr>
          <p:nvPr/>
        </p:nvPicPr>
        <p:blipFill>
          <a:blip r:embed="rId182"/>
          <a:stretch>
            <a:fillRect/>
          </a:stretch>
        </p:blipFill>
        <p:spPr>
          <a:xfrm>
            <a:off x="0" y="127000"/>
            <a:ext cx="23749000" cy="16548100"/>
          </a:xfrm>
          <a:prstGeom prst="rect">
            <a:avLst/>
          </a:prstGeom>
        </p:spPr>
      </p:pic>
      <p:sp>
        <p:nvSpPr>
          <p:cNvPr name="TextBox 182" id="1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xWB+4/LFDBl+mPpizquy0ifGAV7a2yDwNZhkfPDXKH5FF9yNr02hYTa8JzHpz5zdBx5XtdolV6Llr6KPXrdGJLfcULwazf493cjjkyNIsG5taGgRD16mFoifWHpvCcYb6ScImYB7aOzEqriu7JV7n8PImIlksXhr1S/aiRRdHpvE1NDHqlNWkQNVZw373EKyoReGVOsPXIPuATShrtHtacBaWVzw1S1Vvh5nzoHpzrftwF1DU9WICyqIr6KeutyVqZsyigJfKkHdVJbJ8pKAKN47o+e1WDvreH29tvvrY1gc+aAsxW8LD5nOMd6ur2w3y1AdGRWcyCw/PoGLSjQVJKlP/xV9Ut6/jRw5XRnexW8uPiJTM1FGOITshGvt0KXAHmw2s0XztcyD7+mCjZSXxbUzwTMfbrPcTyZHC7c0gK5X661tfpSJo6wy/8SE8+SBtmHXcSKnRB51wIipKjvEVn4VHVvbXDZOApnUlpnH9RMN6e/dgUjhHot3nk3IsbLKEOL9GxEOYcweNuk4Emwn4EE4tnZ8vHhY81+0TGyGnueTGMSxcPGNLtpFE+aF+LQxYZmpKwod9GNqprJrwvG7nxD93bNnUrVDA1Zr371tok0uTgDFTa+Iz</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4" id="184"/>
          <p:cNvPicPr>
            <a:picLocks noChangeAspect="true"/>
          </p:cNvPicPr>
          <p:nvPr/>
        </p:nvPicPr>
        <p:blipFill>
          <a:blip r:embed="rId184"/>
          <a:stretch>
            <a:fillRect/>
          </a:stretch>
        </p:blipFill>
        <p:spPr>
          <a:xfrm>
            <a:off x="0" y="127000"/>
            <a:ext cx="23749000" cy="16548100"/>
          </a:xfrm>
          <a:prstGeom prst="rect">
            <a:avLst/>
          </a:prstGeom>
        </p:spPr>
      </p:pic>
      <p:sp>
        <p:nvSpPr>
          <p:cNvPr name="TextBox 184" id="1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Y5e9UXogTwHr2Fq0yn7DPgzOlqJSPyX3pRPKRz94aHiiSGgMqgZl25z1QcvnxVYpuzlHdUjkmG7xMrtNBsOzyMPNw5CvLqu06EljMnCPYlW2PZPfVDLz/0NiU/1hvdBctPb7eoOILAUD/XJYUrxquFDcB7M5a0n8/2T6tMLVW2diGYZVQpuhdyXuWkm5jV32z3v8Ygl2Rq7g1cFw6p9LWF5oPFgnbM66JkNeOC/nr7PCZaSDRNb6qHd9zyeCfJlqNtg1qJj5G98aT3T3L5kbROZhHliyg+c3u5Ur0HXbfnyB/6xHhpVkM6yWiyJ36550W062zvAOmLwm99mRWVBXC1NbLd3CjBdNNlBV0otnp6XvN48LrkMrq1wPp8emaF7uAmPHhwNuMWNHYbXkCcFVMJ2Seb8wSkrwZQPsqWyNCC9uKH0VQexvNLwDmuLZFb2kblMYGPcrnhTbyI07GyDoVnF0e2tnnOdzNzKkn3ZMrEllFXZCLmbo6t9ft/qqWZMdAPPCHtfaLGJOh+rsbRuYxu7M7/X69bRG9jw58oXZ1oVkcRsdigZHI3godpm+byi/nB328aN+HLWqGpnxxT8eIj8i27OMxY85YA</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6" id="186"/>
          <p:cNvPicPr>
            <a:picLocks noChangeAspect="true"/>
          </p:cNvPicPr>
          <p:nvPr/>
        </p:nvPicPr>
        <p:blipFill>
          <a:blip r:embed="rId186"/>
          <a:stretch>
            <a:fillRect/>
          </a:stretch>
        </p:blipFill>
        <p:spPr>
          <a:xfrm>
            <a:off x="0" y="127000"/>
            <a:ext cx="23749000" cy="16548100"/>
          </a:xfrm>
          <a:prstGeom prst="rect">
            <a:avLst/>
          </a:prstGeom>
        </p:spPr>
      </p:pic>
      <p:sp>
        <p:nvSpPr>
          <p:cNvPr name="TextBox 186" id="1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DyMmwQKmAW+ZdEeEMrzhef1cuL09txOY73vqL/RDm/W4n95QJaFJw0C/Q/kk1TxlFcH+jQ9zugVQ3WKbWLvXY+if9n6Jqn1bNLG6hKie2XkB+Hrb+9xsmaIi2B42MF/S/diCecu6ifeKYT6TMdaSnsYbfuosbDtvR+OxPaNu4dH8hOysEmcjuNHAdeedPGPJ1mcQqaN2t4wadMQbn+xPia9fkWaL4G7tK5l2RzPiTxymfnuw2zcf59PFAXaLZurfYU3xtngVHgTCat8kU4WUHVOJB2jJmuY/UeYDCzc6ftLqy6aXVqrOoRfVo3FRC9g/6ElQT4h3RmviD0Q/H5+ojJ4zD9hkQh2cPD8Oza5MKe3Yx3MjXHw96pqXa8FOZHVibRZ9QJZl3qImDPkRP9OsF8/TViFCt3hX5YzSNfWv0l1tRIcxBl45paZix+rOvzdMQj3mjOuh226X1FVWVK0IxcSHi23fqb7npnrX0GUBdb/f+wxvz93hQOQWoD1Rf3QVVUq4ksNCpmV807f0/ezWFUPEng2TmFicZFVWqGtl7eoa8QuFZC</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8" id="188"/>
          <p:cNvPicPr>
            <a:picLocks noChangeAspect="true"/>
          </p:cNvPicPr>
          <p:nvPr/>
        </p:nvPicPr>
        <p:blipFill>
          <a:blip r:embed="rId188"/>
          <a:stretch>
            <a:fillRect/>
          </a:stretch>
        </p:blipFill>
        <p:spPr>
          <a:xfrm>
            <a:off x="0" y="127000"/>
            <a:ext cx="23749000" cy="16548100"/>
          </a:xfrm>
          <a:prstGeom prst="rect">
            <a:avLst/>
          </a:prstGeom>
        </p:spPr>
      </p:pic>
      <p:sp>
        <p:nvSpPr>
          <p:cNvPr name="TextBox 188" id="1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8cqqli+P2s6QPjNrT6hOI/x6nG+5Z76+Q3sty0dH7HZj/0J/6iQdLvWKqfjBoNnHoqoJnnLba34T3roLocID7EBdYvK73kwrPCyttzWBBnolL9U83CBxS7cErUVkMR8WujgrWMpxSvuT4YYKuyEB1sqj8Nd8i61hwAuFZaEPdw5cpBTssGJIUsyKJctEN3u1stpIZ/97/fOqyL4SWleHg5NoJJBV6z85Y9Ek7LE54eq+3Q6bgV0ZrhHb+RmKocnhIjSxdh2jf3U+QFLT/WCRayATeddZxHXZI6psy61gKHiG7467C119A8T65fptuyHOyX2cL+NFtjc6neAzLrUQvKtumwzkWu3qfaywTM3WY4sBJhqJ/7uQcvSeve5yUq1fgQnNsXNg+xQ/UOWfLK6nysm0ycqhEnviJAz7aIseslkd7O5SmgXUv90XbbnfW+iosKrl5/JfNlMXXZ8/KQy4U4XLCtRn40zF5XXxHWOtPIUV5EXec3gPJTIBDP8TR3/BMpFSYG1I2AvBwNjZA6wE7yJ9bk493tj3CkenS9y956MqFZiLzhRPUNv9tTv1ghkfo1luaPV6CouT7iApaXwxYvL+0067xW7+H4dI5</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0" id="190"/>
          <p:cNvPicPr>
            <a:picLocks noChangeAspect="true"/>
          </p:cNvPicPr>
          <p:nvPr/>
        </p:nvPicPr>
        <p:blipFill>
          <a:blip r:embed="rId190"/>
          <a:stretch>
            <a:fillRect/>
          </a:stretch>
        </p:blipFill>
        <p:spPr>
          <a:xfrm>
            <a:off x="0" y="127000"/>
            <a:ext cx="23749000" cy="16548100"/>
          </a:xfrm>
          <a:prstGeom prst="rect">
            <a:avLst/>
          </a:prstGeom>
        </p:spPr>
      </p:pic>
      <p:sp>
        <p:nvSpPr>
          <p:cNvPr name="TextBox 190" id="1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LyppdAuYxoedKw7ENfIoIPdOLtCheIwVXS/roIV1tUTMbvrCxm2Fo5bJTyJKvexBDPtR033pwyXIhWU1KItLvYvTgvLfSzN96WpZev9iqJ4+u9Tff+DZdaOZoDkLBs8L0yvbbhafkRnOwqbS4ijo9LD1lDzVJeJYu2VWwJr6e/EWqk1o+qeoD9tZITPZisdT5ay4/eGqxshJbrNG8FOKd96c4ofB7mufyz2qL6NdwIA5MW8YV8JuaO3ZyQDCpDp294QZIf1iwbq2LKLqjZr1XiH51NKwzLuK42SybpGsDYYfCt6QDS1SU0iXwszfSQJCfex5KjyZau3LUinrjWumMcDgiFTPCaJLcn8lK5FKaH69yjToeEz1pxjHe5o/TUb13URgwEqsBM+Xyj1o/GS9Qfxwy4nZy7ey7ffYQif7McOOfbLLztQKS3qW0zO2uPs868ujxEJ9guR9/hBICx6CbZtjA7YOGngZNLR6nS4+SU/7iCinOAVbX62IOgkeUbdWYzqlZMpgjzK63h61UoZ5d1KJGZreMHDWKYZdrquEJsRSJ1eWj5HOdCXxgwno1WWl5nR+cxObm7uIaiUODWDPeYadLSX7wfSov7aCq0McUxzKunqIN1io++Z9/</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2" id="192"/>
          <p:cNvPicPr>
            <a:picLocks noChangeAspect="true"/>
          </p:cNvPicPr>
          <p:nvPr/>
        </p:nvPicPr>
        <p:blipFill>
          <a:blip r:embed="rId192"/>
          <a:stretch>
            <a:fillRect/>
          </a:stretch>
        </p:blipFill>
        <p:spPr>
          <a:xfrm>
            <a:off x="0" y="127000"/>
            <a:ext cx="23749000" cy="16548100"/>
          </a:xfrm>
          <a:prstGeom prst="rect">
            <a:avLst/>
          </a:prstGeom>
        </p:spPr>
      </p:pic>
      <p:sp>
        <p:nvSpPr>
          <p:cNvPr name="TextBox 192" id="1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BXWx46JmGwbopWNAymuAb2tuqwxw6HqEYNVYZYwdx4xf0atV4mmbK3qwW/GDRcEq7ZtCDz1ZbKhbIaOjadpspsMSua54Nn3HbmLnq5NRoPT1cMU3bTSweAPAc1Ynh2UZd60gPY4GqTxeBfUbdrgh24p+jms8ftLBjyzKX7eeN/jHdlBQZ0UjzHJ+P2cDv16RdQXsLab+40v/tuRtd7m96PZBpe2WBwHLUA3xZVvC5LhCpcnHJAVwf7g7ekfq3NGVleB/2e6nled4XHSo5htrNo/ppKEfR6pz1gvws0om3PdUD28ayAhXbsyEJGNBwzrm0UWDwwMc3JAzVlSv1RW9vqO9+0u9BCuHzGxFrmpds72l2EUpleiDlsvaCbRoiB5VbYEnt5WgfDk315cru2FIwL2dUrNj8w6KyvjEZ0der/b7MtC+f92cCzo3Gi+bU6PpBXiDXxuNdMbxodKsoZBdX7vkzxKtsOBcz27YosxFwsW5pkDLrtFZP4M07PakcTEpCrjfDGX394Uj17ImnD3OLGbR6wasGb2DNse/ZFJ7ozFOhZ3jY4dp5O0BDsL5GVRTviLp4a6rOFdIbsvrbwzAqvqPaLVlbMfchiTV+Rsp0</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4" id="194"/>
          <p:cNvPicPr>
            <a:picLocks noChangeAspect="true"/>
          </p:cNvPicPr>
          <p:nvPr/>
        </p:nvPicPr>
        <p:blipFill>
          <a:blip r:embed="rId194"/>
          <a:stretch>
            <a:fillRect/>
          </a:stretch>
        </p:blipFill>
        <p:spPr>
          <a:xfrm>
            <a:off x="0" y="127000"/>
            <a:ext cx="23749000" cy="16548100"/>
          </a:xfrm>
          <a:prstGeom prst="rect">
            <a:avLst/>
          </a:prstGeom>
        </p:spPr>
      </p:pic>
      <p:sp>
        <p:nvSpPr>
          <p:cNvPr name="TextBox 194" id="1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BxNBod8bqixzt5nK7A0ptSljzRKTqF9feEeiQkEms2o8Lxv2gQcuZwX4XFLb1VMs6BFX2dF7vBGQNcwPjtkI38tq4P55Bj2R53h+2nBRq0n4jIyDvqbxliC930WHBAmekWOVjRYRoeiYSHO6ktRvPG6ouz5OKmIScUFW0gUH1cKYiooabq4Y2+tr0M4pAUK6mrBkEe9o+4dkf4PJ1l0TZ5YU7uB3GxHMlVdT/Wvcg9pd+C2c59LhHQ+TU6iCzFpLbCxsUx8WgZOKBBsZ3qVXKsiTldyj1dHv/WEiXBF5bJUKPe7+tnkyiTV0WhIkMJFytdmeTVy22uFVwJYhC5/x2yaoJtNkB41q3Mn5LBk6twz6M1Tc/Np0PPVfXYGpn46m66gZZsbMFZ7PzKPh63m+cmEmeuGa1FmvUjl66zOWqZZAlkuVRA/pWFZHfmopRjmj/nfBCAEp3QtVzcVtSQ5nk5TU77QVWlzVEF8e3LGkEN+vwcvaDVY3pyRr6HY0yM3HkwNtnQb9KuOpns3Pli9ezTgYlELvZVZRTKzr/gsNwcMHWaxzo1HSVV5Wj9RiAfr9hXx/3lGbaRMjzkPex/pqpV5soIgeY5Ur8nD78N6nQMzEJrqCZ2V</a:t>
            </a: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6" id="196"/>
          <p:cNvPicPr>
            <a:picLocks noChangeAspect="true"/>
          </p:cNvPicPr>
          <p:nvPr/>
        </p:nvPicPr>
        <p:blipFill>
          <a:blip r:embed="rId196"/>
          <a:stretch>
            <a:fillRect/>
          </a:stretch>
        </p:blipFill>
        <p:spPr>
          <a:xfrm>
            <a:off x="0" y="127000"/>
            <a:ext cx="23749000" cy="16548100"/>
          </a:xfrm>
          <a:prstGeom prst="rect">
            <a:avLst/>
          </a:prstGeom>
        </p:spPr>
      </p:pic>
      <p:sp>
        <p:nvSpPr>
          <p:cNvPr name="TextBox 196" id="1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38mi+HjbaBE937skdLsM1lUW5XxBLrtVM2OMhRez68MC6cur0YTpPe9io+2nzzI1b1G+Gs4dW6zwhxvZiBL25i5aoIdOmEcrWGVrhcNtA/egY7MStUnbN0VnDUDh0vwX/NVCGPm/kVS4n7/iFS9pAv12t/G6PVcQGR19GhtgJZBGs4qw+86IImMnv2KidydBdn34PMyqkfHcilGV3r6jnuZx3pd851j3qnXZuQRiWBdYgVvT+0lA9s2r1aTMpd8PQbp5NA6/tvSCWeKN+3/NeGwAtrIlW0vwb+DxfI7y6VHhmNEEwsB7l7y6dr958TGWlrLD6kupZL7ujStCTXNnHaeTLT5v6vUEXHbR51BfqgV80f1++rYHhYvDF1t7pA3tuGZBYM8XmbanprVXUFZAZ7DD1fZeyXZhdpSS8NsUm2T9Ra8h2Ct2isImzVLmskXOpBSbRQp91vZvb2if2AMxqEvjc9pzoQ7tYhaiKHpd3VdBXCT6KrmKG9XvwQJ20KpZyxRdho5i6FQieUhaQZ3Dxjzhr3WHWqrzSNk8Lm9mc5oPztGW4tMe9byd7Db2iwudhW1wDYgozO+j5rGRR+RAdvCwrXPZ+mK3lTipO2DkUJer2N3yAUJOneJow8VD5zHSD+kvpYG0bWtQ/ywsGrvLkrdenqX/</a:t>
            </a: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8" id="198"/>
          <p:cNvPicPr>
            <a:picLocks noChangeAspect="true"/>
          </p:cNvPicPr>
          <p:nvPr/>
        </p:nvPicPr>
        <p:blipFill>
          <a:blip r:embed="rId198"/>
          <a:stretch>
            <a:fillRect/>
          </a:stretch>
        </p:blipFill>
        <p:spPr>
          <a:xfrm>
            <a:off x="0" y="127000"/>
            <a:ext cx="23749000" cy="16548100"/>
          </a:xfrm>
          <a:prstGeom prst="rect">
            <a:avLst/>
          </a:prstGeom>
        </p:spPr>
      </p:pic>
      <p:sp>
        <p:nvSpPr>
          <p:cNvPr name="TextBox 198" id="1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QKCgAdvRMtN783BR0Wm9bon/TGCobuk9gWlEODxTPStqLtetBVjUMMablPqletUuFctVTbzYomnJV/KLGtumjv3Wmiz1QVnkORhOucWLxzSMyIZyhfK6YdPv+fUr69b6IwE6j6vf42weseK9L9BtRv37HNaQETMNd6gqs/UbH+7amcZ/2FC+mPBL6ldrdalw21LxW3meRWTiuQfQbc0lRnTR9I4U1B/fruocr6WCKxsmVqnfebpdc693UtDs+tiB4WWlWFua9lDz+/uG+gfh7DPV7KXXnMbksnJ66cTvb89gmPlOAwepovguWHMkROmM+p06nBMdS8xYDYlS2O7ZeO94qK/njWRNJ3mjDBuN8iN7uMFJk0K/yzqexuvzJcNNG67YfqivoT1wvQPhYnrAmkD1cJfI6kYR1FlKbNc1s0G+7Vo0m+uazzXqVm/1yKP64Jy4ZHNaUf19aBoTPSCZYs8JtUx4GrcQ/D2zanrfWg+DJiaJYtkPKki0BqG8iQUWBs7P3+NFjJ+gbnnYkNUl6yP6/</a:t>
            </a:r>
          </a:p>
        </p:txBody>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0" id="200"/>
          <p:cNvPicPr>
            <a:picLocks noChangeAspect="true"/>
          </p:cNvPicPr>
          <p:nvPr/>
        </p:nvPicPr>
        <p:blipFill>
          <a:blip r:embed="rId200"/>
          <a:stretch>
            <a:fillRect/>
          </a:stretch>
        </p:blipFill>
        <p:spPr>
          <a:xfrm>
            <a:off x="0" y="127000"/>
            <a:ext cx="23749000" cy="16548100"/>
          </a:xfrm>
          <a:prstGeom prst="rect">
            <a:avLst/>
          </a:prstGeom>
        </p:spPr>
      </p:pic>
      <p:sp>
        <p:nvSpPr>
          <p:cNvPr name="TextBox 200" id="2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zZWlpOwbDoT56iZqRFlsG6yaBThQO1KFM9iUK7iBp/mUOltrhwTOA+KTIz2ftdbsqf4jOXJFlNlKLvdbTp5gPS40fZZ0kT1gkuWSr15UP2Kj74+7NSJivSgmOHp3bB1EpVwhuPtdCYO3OaofPl1jEp1svnxfJNpW4QYUfJltlNdLkj7EDTMmHjm58JADuXKUogXUT/mDAuqByJRkwvjQvVdO43KSlQID8jPlabmDye3je7mAagJuuD1YboPeuXZVMhYW4O/97N46AtxZ8F2jlk8LXUz4jdJpCI+2NWNlF+NgX/mkwS1+qnBrmOc9ObELxpYsta7StY0jPMYbO28bbhsq1J+NzwNOmNpE7V/0vhfHywZpqzuNMPzyZfdC5/XKFePftMGTRu1a7RnIKUoj20moYLQfGBVFuZwasAS5lFj5VQfZRNrR31sK0TdKpUMWAbUf2nDVtP7qUXjgetuNj4FXKW/pLmQwjQxhkZ0Xme3vU5dH3HlOn3rX11d5bDaxzfqZ1jNbRVqfmCllgx2GX4RtJK2p3i4UzKK30yDBlF8mjDcOZXYL+E59L23pXwsawnWDdr/q0/</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2" id="202"/>
          <p:cNvPicPr>
            <a:picLocks noChangeAspect="true"/>
          </p:cNvPicPr>
          <p:nvPr/>
        </p:nvPicPr>
        <p:blipFill>
          <a:blip r:embed="rId202"/>
          <a:stretch>
            <a:fillRect/>
          </a:stretch>
        </p:blipFill>
        <p:spPr>
          <a:xfrm>
            <a:off x="0" y="127000"/>
            <a:ext cx="23749000" cy="16548100"/>
          </a:xfrm>
          <a:prstGeom prst="rect">
            <a:avLst/>
          </a:prstGeom>
        </p:spPr>
      </p:pic>
      <p:sp>
        <p:nvSpPr>
          <p:cNvPr name="TextBox 202" id="2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G9iHCGN1kVV6ad4iCwZfSP3eucvDMFcpPewu/pR42sUa6qIrYyRddgWer50qGACvNrDPUNt0oVFkjXHPeahuHnnzRX+UVFBWyYAdlxnXx560crUQXLp4Rxy03i0BqA8l7zOPc4xa9nUEYLTHgOfWUs/YSLw+YLJyeL99bi5ZJwfbM2xuQ+uzlK2DirEWMbxWD/CLO9WTvcHIN3gZ62cz4W26fj1a35DPlTLWl+ietffmVsB0YxvE59plNtAmWMl6KcM7fv3n0EKxymd4I/tbqs9W1xQWeawR1xNXZXWy6x2U3K4kzjwzy+EmUP9dx/EBezJ18X2lOgZIe1L6z5u6z16kjxyABRNiuzhUWb9fzileWQtETOMpZ4+GnHg0u7KYRJt+jwZn4eUgre48noVrGv/3J35AWRsKsfgoHoYp1aPgbC+T9/mD6RoW6J13IJeXmbpDYSIf9lXv+UNf59lAlMRSLl46wa44q/UuFSkfdPdcw+fO1vXuGa4YxYgzipe5cteb+3alKcMM7YhzKK/</a:t>
            </a: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4" id="204"/>
          <p:cNvPicPr>
            <a:picLocks noChangeAspect="true"/>
          </p:cNvPicPr>
          <p:nvPr/>
        </p:nvPicPr>
        <p:blipFill>
          <a:blip r:embed="rId204"/>
          <a:stretch>
            <a:fillRect/>
          </a:stretch>
        </p:blipFill>
        <p:spPr>
          <a:xfrm>
            <a:off x="0" y="127000"/>
            <a:ext cx="23749000" cy="16548100"/>
          </a:xfrm>
          <a:prstGeom prst="rect">
            <a:avLst/>
          </a:prstGeom>
        </p:spPr>
      </p:pic>
      <p:sp>
        <p:nvSpPr>
          <p:cNvPr name="TextBox 204" id="2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EGDtoGTlbMDW9LXPWqgyE5bezcK+JSQBjU9HA9UrDT81j4+hc2+OhY7u4eqLeXCN6mNbyHBYKdoP/LUs6i+mO4su/8wKap2ftzC9rGg8Mq8jKo0rzZe9yW2ImzQQdfmxNZVHgRcN/7JyfdD7zRIeB3eH/fPtSfHbCX9U1fvX+cFbVyJOnjpZjR6ZAbcuCqgqnRlZt7+cNYhWhxf226sbZaxy4BHDzeWGy1/MUB17kYH70CDi8vaJ6sF41SuhWu/fz99euW0hEJKm4XMEZbuSVgflCvoGT7W01wex1gA4cu3I1IqovphknQrRaX+m9kZ+6g3LR0s4SxQfHCky9dZYiw8ZP8+zhrtMqJ+0rzsH6ipdN2WmzEtu2ywc1B3jBmOB6YOBq6jw9FbFGs8e97Ss59O9DGZFJlgl7aXszROwQGFcfOOv+3BjNEn0EnvsxS55C+ksVZWFQ6zQeLmD5sg5VKtmT7A4WIhlV0tQFoW08W/3YI6of6d85QsWaWSNv+qDMKladI7vAtb2+ixi7eNpidq8TfHhFJeo8oZzCqd1nTfCazMM/ZVNYihZ6icNiclozrzUs2L2uy1xi8oIeHHd+OicO29/</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6" id="206"/>
          <p:cNvPicPr>
            <a:picLocks noChangeAspect="true"/>
          </p:cNvPicPr>
          <p:nvPr/>
        </p:nvPicPr>
        <p:blipFill>
          <a:blip r:embed="rId206"/>
          <a:stretch>
            <a:fillRect/>
          </a:stretch>
        </p:blipFill>
        <p:spPr>
          <a:xfrm>
            <a:off x="0" y="127000"/>
            <a:ext cx="23749000" cy="16548100"/>
          </a:xfrm>
          <a:prstGeom prst="rect">
            <a:avLst/>
          </a:prstGeom>
        </p:spPr>
      </p:pic>
      <p:sp>
        <p:nvSpPr>
          <p:cNvPr name="TextBox 206" id="2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HXzNlR6STB8aeGoer0Mu4r6u1TGC+18Qn3UUbrap+vc5/NdovcQH3MU2HJM9LNgRt1dYHkoJ8e6kassGwbbNxt0uQuNz9fXDDX9MQnB7KccnvNxW5L6TNWD0JYH/3GuD1Gvp0sNhK0p4YUQrYeumFwqeTazgGj19I6GVFZDOJL48K6aucETyr/XwvVvz2qv16RBLCCyWGDsTaZuz2Rug2ZhfMTGjoehb+vXDbUrIyfzLd8N7cte32DKA/bRY071+WA4BWQZb2OD3F9B56/vLfU3k1mjrHaXstpNL7y8NvkcTzPtoTee1DUQLp0dsezuodfVnOq/5XVJcaUOdkNXK0sZIofUb77Is+YmpndGwIbn527r0n+h0k9MYu2mXdRm2bGX784NmuEqW1mzFQqAbCq3xC79wK3IzszBhgXBWsg+qH/a5Du6JNUdB7qiBJ31Ou6gPqaHRlTv96y67Rsfysg84UWVbKJqyoYNFFCqBLfUv3ambBugsSVDsKINAZXhdPxErvv3eK/aheoH2xD9pxBTfWgXLxEodW19UA+34BUdxB0cHGWNF+qC2rZNUVXo+Dhs/</a:t>
            </a:r>
          </a:p>
        </p:txBody>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8" id="208"/>
          <p:cNvPicPr>
            <a:picLocks noChangeAspect="true"/>
          </p:cNvPicPr>
          <p:nvPr/>
        </p:nvPicPr>
        <p:blipFill>
          <a:blip r:embed="rId208"/>
          <a:stretch>
            <a:fillRect/>
          </a:stretch>
        </p:blipFill>
        <p:spPr>
          <a:xfrm>
            <a:off x="0" y="127000"/>
            <a:ext cx="23749000" cy="16548100"/>
          </a:xfrm>
          <a:prstGeom prst="rect">
            <a:avLst/>
          </a:prstGeom>
        </p:spPr>
      </p:pic>
      <p:sp>
        <p:nvSpPr>
          <p:cNvPr name="TextBox 208" id="2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tN4KOBU5axMjlTC+kFwcwdjgXjow05hXga7JyhD5R9BTFCK4Jv1J+0+WGzRifxdm6oFNGi9mWudgofg0vOxXSgrLJyb2A0JSY20hiar8axEIVuvX7H7wp0C+qieRI9tHKKOmRZKPzzGRKz7sys7Va4hfbcv5rIeshlpyvqWtkhV2j68Gy7NTt+n1B9aQZ27cklqx+3o4gSv+kb0bgrqGZMl/JtelWxs8u1oGMqleoR50H1yDYGNFxUz0fWNeCa2xCehjo4XUNF3E0Bm85KH/r7/kDRZ5mV7+cXZUgsuC+fS+IsDuugc5UwASI5J+zzZzsgxHgZEJ13rN91dzVjd56tghovL2QaxGrGheP5MDCdS/3QsHdrIR9kyNndhPrdO44qxE0T0JKww6blzgPWTc83mK/OB5+VlSpq4rqH8W/9DWzJW3cYZgs9hcuMJ43IDarOq9HFQ6ySsu/1TRRlBzEu2gaC1aLsZWCpvr6sdGKvn7Y7qHfRQyvZmxEvKZ5R+eImPbRcgcncXaaoK0QmhIyHmy/WFCib26tpxvOGFMe70gyEnj86qGxjH5uXdoO6arIr5JydIv8htPusfGoy1f8bimez1a4r77o</a:t>
            </a:r>
          </a:p>
        </p:txBody>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0" id="210"/>
          <p:cNvPicPr>
            <a:picLocks noChangeAspect="true"/>
          </p:cNvPicPr>
          <p:nvPr/>
        </p:nvPicPr>
        <p:blipFill>
          <a:blip r:embed="rId210"/>
          <a:stretch>
            <a:fillRect/>
          </a:stretch>
        </p:blipFill>
        <p:spPr>
          <a:xfrm>
            <a:off x="0" y="127000"/>
            <a:ext cx="23749000" cy="16548100"/>
          </a:xfrm>
          <a:prstGeom prst="rect">
            <a:avLst/>
          </a:prstGeom>
        </p:spPr>
      </p:pic>
      <p:sp>
        <p:nvSpPr>
          <p:cNvPr name="TextBox 210" id="2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rRRHYWt/Mo2dsl7tE0fxrLB764fBjB3ErI4TXyCdVnbesPeA5B5g6/J8ZN3UlgCS/eVKZuJrkfUrq+up/19D088PndtfQx2gWHcE67v5Khpu9iVEr+vBI8bAHYMOuUyBlltgsLrsDdQNTHhA+8RX/LQxVkHPlHICoq7kPqOsafwdOVlF/ZPH2Ng6aUm2xZAimVu/8003CKlALnnZ503GHPr0dtTgdYnXDf94HTJC7agPeb65EBqeaKxC6fEQt6sDmWqCN+5HzIJhhDH2T9uX2++dwoOuX7o47l0aP/PTK4E6tWJ8NKNw6CyX7o8chAdiiZmZ9Rdp3YABazpAbytE/ZI9MmCEso+9WE6yZpUeKAE4W/P9fY2r7rGwputGtJlRlpWxVJYwc5kt1tY3f+im8zaFI/OMsXMxKP5nzsIAtlk32C8fUvA6M88eQF6Dz8YXQ+/1RyVDgrUp0YlVR70UBRo8F3FBpoRH7mtRrgvQp2WI58OMcduDIvLo5lVK00vnGaq4y9aEieIXvnw6nLNeU/</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2" id="212"/>
          <p:cNvPicPr>
            <a:picLocks noChangeAspect="true"/>
          </p:cNvPicPr>
          <p:nvPr/>
        </p:nvPicPr>
        <p:blipFill>
          <a:blip r:embed="rId212"/>
          <a:stretch>
            <a:fillRect/>
          </a:stretch>
        </p:blipFill>
        <p:spPr>
          <a:xfrm>
            <a:off x="0" y="127000"/>
            <a:ext cx="23749000" cy="16548100"/>
          </a:xfrm>
          <a:prstGeom prst="rect">
            <a:avLst/>
          </a:prstGeom>
        </p:spPr>
      </p:pic>
      <p:sp>
        <p:nvSpPr>
          <p:cNvPr name="TextBox 212" id="2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0zuhUcvM+jMuNlAnL6gjjMmaoMJ9zFgG8pIXp1u+iDw9sWnY+Z4kWCLu6wdE0VSonyzCJV1IAYqyKFbnpQyXmyJmXLX4odqH2EGpQfTui1zQJfFtvT0ueegRYIGds80InTBaIdprOSNKGTA5aWNH45bTx/y9oDeEH4wFM/rgfCmmtHUaVh1nzgA3crZejEaUWcc7nUO3ef3aDdzGNiL+5PvZcOlK8kOUiIKwTdUFxxkoBzYVe+UpzNjLN5fYfy2bBrhH7JZ724SDbKcIodPMP3KcXffbpUYtoCcWWBxovo+zvURcXST9lCH7hnx3ryFBkzPOPKAA1dlYfIEoiOFzLOXJIfPAOu+x/fX9cnnviAw2Ml+Hx3v5e9B7IGafHQyBQ1j7KzzVRVhIV+IU4nnrK6X3k+nFlHbLLF+jhcle0KgF2ThCxI2Qfdqko3EIXcoZk0UVW+JiuXOs+LviG6qPHusH6tWwSdSePzKayjZmtS/ZE6hoXnL6EMKl6/O/BaohT7ryLTa2XR8minnv3393eM68GAOox9cjkYxiCc8iGXF6lvEXWTBNEwh9dDtgd/Q2w7ZfX+ZU8b4Jyzhb25X+rdRRFluKT8AxsP71H2u4cjgivzU1+8NYY+eHZnKMdDR/Xp8WXpfcrMWNATb4EPl2fnNkU3S6neUXu</a:t>
            </a:r>
          </a:p>
        </p:txBody>
      </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4" id="214"/>
          <p:cNvPicPr>
            <a:picLocks noChangeAspect="true"/>
          </p:cNvPicPr>
          <p:nvPr/>
        </p:nvPicPr>
        <p:blipFill>
          <a:blip r:embed="rId214"/>
          <a:stretch>
            <a:fillRect/>
          </a:stretch>
        </p:blipFill>
        <p:spPr>
          <a:xfrm>
            <a:off x="0" y="127000"/>
            <a:ext cx="23749000" cy="16548100"/>
          </a:xfrm>
          <a:prstGeom prst="rect">
            <a:avLst/>
          </a:prstGeom>
        </p:spPr>
      </p:pic>
      <p:sp>
        <p:nvSpPr>
          <p:cNvPr name="TextBox 214" id="2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q0epV90ZGRBeu/H7reTq9shBNF85u33zcRZxFYQQbhqaRQu35eZKAdu01XzhOl2g+2keJ7A8+Q/sTQnl66V/5uEoswsfFib1h8I8CNHyhWw8ffpX1G6j0gTZkg6+ohYXtw7rVaIcEynBOA7tstu/Fo3M6QVP5i9rNvDZ1lJpfJEO4728i/qs6RylTOf35qigNOvXTusoRy2dfvCbeojFChpD2xF358dBG8y6Sumr9dqXl25TkjukCeizPse+ME30IUPbECa96foT6uKp3yL1Gqmdd8GrcM8NL/asM9Dcgimx5yLjds+gC5XLNEwatDzPs35INgxkhrPArnS/uZ2QEBmMNNGIJT9QWZIAJejhP+5Yt5ghG2Qm38GlE57v9X2R5gxOPquxzus1ah0Hm3CcELvh2ovsDvMOGBQ8k8xn+OQekX7BMSA3sYE1stBc9jZ/pSDaUk1msVhHJOm3gLxc5/3e3aBhYLga0BnCpplkFBaG4/kUyx4uxr/neXHlcJcKEUyDV31pu0FZvYWrA+7rLmPNWNslB1QMQCId3t+31x/</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6" id="216"/>
          <p:cNvPicPr>
            <a:picLocks noChangeAspect="true"/>
          </p:cNvPicPr>
          <p:nvPr/>
        </p:nvPicPr>
        <p:blipFill>
          <a:blip r:embed="rId216"/>
          <a:stretch>
            <a:fillRect/>
          </a:stretch>
        </p:blipFill>
        <p:spPr>
          <a:xfrm>
            <a:off x="0" y="127000"/>
            <a:ext cx="23749000" cy="16548100"/>
          </a:xfrm>
          <a:prstGeom prst="rect">
            <a:avLst/>
          </a:prstGeom>
        </p:spPr>
      </p:pic>
      <p:sp>
        <p:nvSpPr>
          <p:cNvPr name="TextBox 216" id="2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CeUPqbebJ7PMgmG3OPoQMhs6npL23Iuv3lC8LXo1Hc8LWRf5i7N83TwXzZr0CPVVYbZoYyUennYeKofyYK1Ren3pjaTEgj6QTanBQ1gaJF4/Xm71ks4xZLWwwI5bqSUbGc5ZXm+2BNuexJU1up9VuOnqlcTn04v6pf7sgOkF0vv5RSTvTAiK7QzbxfE6tBkRGUR01PiSvhH0mrtQvnb7ao492zuXbYUHHwmM3DXlyVi6ZI8iTX6kD8GHx1Mpq3u9pvxRX2zsbjcCaudDWaCwvS1xBH3jDrSBAhiLM8jsPjFdQermPdXDRUX8U1hH3QRFBSQuWfsiT1DWe3pvIXERxx/+QpNq0YJLs8Z4fkVV0Mo4tNA+tgpixnyv1yqxb6AUzAJbU10PhONdjelwXjpZCEYddAGRPXSYMzeq9/dcMIjN6gaX555rmtfBcIvtas/CJZtvxm/ENMFDcA45PAzriu1ntxxqL2N28P+2923NriLZme/zKyo8L3Zgl7hn5nj8gAAhBIhEgCTk6JjgKoEuCBDJJcL/fVLn7Lqc6uqudrvt6La34ij21tYiryvX+r48m</a:t>
            </a:r>
          </a:p>
        </p:txBody>
      </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8" id="218"/>
          <p:cNvPicPr>
            <a:picLocks noChangeAspect="true"/>
          </p:cNvPicPr>
          <p:nvPr/>
        </p:nvPicPr>
        <p:blipFill>
          <a:blip r:embed="rId218"/>
          <a:stretch>
            <a:fillRect/>
          </a:stretch>
        </p:blipFill>
        <p:spPr>
          <a:xfrm>
            <a:off x="0" y="127000"/>
            <a:ext cx="23749000" cy="16548100"/>
          </a:xfrm>
          <a:prstGeom prst="rect">
            <a:avLst/>
          </a:prstGeom>
        </p:spPr>
      </p:pic>
      <p:sp>
        <p:nvSpPr>
          <p:cNvPr name="TextBox 218" id="2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vtNe9B1v5l345Pu5Yhs0xqV87HFAxid+Ih1Obzx3orJvMOdwup7MfqTvEm35596BV1irXj9lrN9n404flp34jzLM72mN28CPmJciDKbv2aX95jJQL/cQVkeRVeoK7Oo4NIZzdk9TC5oD3zkQvaDNfv829HijcMDIU6SlyyfRvb4SG7tbS83zgXGKFC9bXLXHirmRm7x1oOpjLUGHnVD6eP8V2ZXQzH3b1zJSswq1fsMgNYKeuc2OunU5Exf/vfynji1eqqasTVowNYFZDiW/3lJSNuqb30XC/Emi+8krlzcx0243wmyqG8gLl3KP5QAAa95B8p38OHXQ+tlbzuZ8W9thNpeB8sn9KdLGW5mQdmR9vzcI4ZcYzuMveiWJWQ7GrnY//sIjMWCLTQ6UdbWFZT1F9M2EyJjU3Pc8GY3laUTEK9IsVF0uyed4sDEKzrDq80dhfMu+LuweLkxbgo+NluRJ6uN3G6SRiD5cuej9BtQLp6xFQfxZc9pnoxwV3JFsSfnlUwXCi6AIX7kLCyGp/VsBcUHbX8lvLbqBtAd86iQZZlb/1hz+7eKYQrTXgSPecs+y7PVD8s4b5wZfbhtSMd+Ai+yFp1p/REkkl9Nj5cr3dZz/</a:t>
            </a:r>
          </a:p>
        </p:txBody>
      </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0" id="220"/>
          <p:cNvPicPr>
            <a:picLocks noChangeAspect="true"/>
          </p:cNvPicPr>
          <p:nvPr/>
        </p:nvPicPr>
        <p:blipFill>
          <a:blip r:embed="rId220"/>
          <a:stretch>
            <a:fillRect/>
          </a:stretch>
        </p:blipFill>
        <p:spPr>
          <a:xfrm>
            <a:off x="0" y="127000"/>
            <a:ext cx="23749000" cy="16548100"/>
          </a:xfrm>
          <a:prstGeom prst="rect">
            <a:avLst/>
          </a:prstGeom>
        </p:spPr>
      </p:pic>
      <p:sp>
        <p:nvSpPr>
          <p:cNvPr name="TextBox 220" id="2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NGkzPBIuQOwPKv42rHHTFczJQ9So5V5iCdh6aWhlAlqlCD/wTnofMaRkY++6dbKdzmUycbMXANe4WXje3x1yPrTtR/xPcenBVc+2l8eMVRWC8f+DfSw5kmeoOxbsGuM9Txt3E9wH+mWz70tVmdd5YkHmUS4zV6TLPr4G7AzNwXKJqo0v1r156KMF05AVG6EDzkH0XSIh/4vW5aZNR9KMeHuTkiu1aKsFkZmYMyCQiYvjbTTLeMHYlSV+siRYG2iw00piiYbFksNuBB3it7NUBSkT4OP+wrG3ECO3La4h6v3TUfsSiAZZgrsg6O600PljXJWj0MMSJ/+xnsobvoOfFeU/y8iTYA8tnCnDac+c+k0epzUW0bBBhWIKxnR2Cua3lGqL+JpKtPib26E9LHnWUaJHN/app1BtdOyiu1nZf35oSvG7rswVfm8gkW3OcwWCgLpYbbDcf+1FnpzGgyMxH7JYV23bZfe/BbQYoH7HLpz3IXMTATi0w5Vd1FkwkahVYS/3kcoFPjaP9EnM4PJyrSxJtHQzX1LtC1+VjrGQ85VcejwxoNsaFImUA7anY1iK8ha+yp4O</a:t>
            </a:r>
          </a:p>
        </p:txBody>
      </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2" id="222"/>
          <p:cNvPicPr>
            <a:picLocks noChangeAspect="true"/>
          </p:cNvPicPr>
          <p:nvPr/>
        </p:nvPicPr>
        <p:blipFill>
          <a:blip r:embed="rId222"/>
          <a:stretch>
            <a:fillRect/>
          </a:stretch>
        </p:blipFill>
        <p:spPr>
          <a:xfrm>
            <a:off x="0" y="127000"/>
            <a:ext cx="23749000" cy="16548100"/>
          </a:xfrm>
          <a:prstGeom prst="rect">
            <a:avLst/>
          </a:prstGeom>
        </p:spPr>
      </p:pic>
      <p:sp>
        <p:nvSpPr>
          <p:cNvPr name="TextBox 222" id="2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40abJ56j9Qwe2l6Tbo5pr/RWBDCoU7e9ul2Dw14CuhxP6OC+3FEWmBMnypblsqFF9HBjdgLdbs+35A7MFczkTHRTOleIly4dVu1JYHWZ6F5LtkjkE/dNtBqhdDka/0FytGoeZ5+GzVxzK58hq5przmQWc0eXY9nIlEUDZ5EDgyglvvNZIePU2mAgpcEm2RakEs9ZmOTy9Hgl2Lrk5D/XjZgCpeH78f5ZmZhdLPk3N3X2peKj609m8wkp2r9hMl9U8NTtQw4dWjHhD3CMYS/LswfCseOIuyJx0s+yUYM/2DFH3al/N58CH4MprHF6us9XMOkqSwu2K3feyHftVK61GHYbP6IgtcmWTxyJaxxCWu0ufp9s06USjS2F3yDhsMpdT1V9I6aCjm7gf/K2wdAbu7EDG9uL4nKeXNA7I4pgjsSgFb995cKh/eQ4MtkN/EZBb8Wzk4yU8k3BN7dfLEFMf3uPn3q0GxUgotk0p/wpNAWP/PM6kResOItu7uSAsBMqfn24JbOfVYstw6mR0R3QFFryG2NM7M5kyIusQLPKWKFuxnCdX6EqIH+yH/</a:t>
            </a:r>
          </a:p>
        </p:txBody>
      </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4" id="224"/>
          <p:cNvPicPr>
            <a:picLocks noChangeAspect="true"/>
          </p:cNvPicPr>
          <p:nvPr/>
        </p:nvPicPr>
        <p:blipFill>
          <a:blip r:embed="rId224"/>
          <a:stretch>
            <a:fillRect/>
          </a:stretch>
        </p:blipFill>
        <p:spPr>
          <a:xfrm>
            <a:off x="0" y="127000"/>
            <a:ext cx="23749000" cy="16548100"/>
          </a:xfrm>
          <a:prstGeom prst="rect">
            <a:avLst/>
          </a:prstGeom>
        </p:spPr>
      </p:pic>
      <p:sp>
        <p:nvSpPr>
          <p:cNvPr name="TextBox 224" id="2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VO9YUBEK0FVwhdtur9kPojUb+n/biKg2CG7/30OoIu8fWnYHfNck/xcbNeEmex5GciXtxJ1urthtJbhuIvdseIwCjXMVk+3TDo663uQCdqlkQJOMUevWtSwrwZNLK0FbV9SeZYQ2F438fktSOYzwuq8ZEWXkhG8gEMNqH4+HA/fJwvUZfiQpWiRm6IJi00rburdxc2x3NAUqmMAvK4UXyclzmDjeWUzJOyYXX5cWY5ssQPpR0kW4phKrONKxjru9YMXcHDvlovXGb0ljPrdwP1D+/zJ5tl7Aejs/QVqPD67J4Hn6X4snsdwHquJmxKpVJxq7KmENIqE2yrY5eMleCY8Dr3H/ezFCAPd3S8mQnxrXZ679fte7DjB6lHXk2ofFTrULST3AW+vZ4HV9+okIscCxdGX2iE064idB3exatNeaiG8rhh4PGVUjwMRDxPS8POoS7ECl5OKV2/yu55hq1V0PFeL852x5WiIQsmX2C92N201y0ZGrAmVdGTrLiCyaA8AO4Yira/tve0Aik0p5DDqlnwwRyLyAS3u3/EqutkYDi4mxTs9dem51/DIhlOWymCgQpveKkarTbY0+suXxxH6q/</a:t>
            </a:r>
          </a:p>
        </p:txBody>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6" id="226"/>
          <p:cNvPicPr>
            <a:picLocks noChangeAspect="true"/>
          </p:cNvPicPr>
          <p:nvPr/>
        </p:nvPicPr>
        <p:blipFill>
          <a:blip r:embed="rId226"/>
          <a:stretch>
            <a:fillRect/>
          </a:stretch>
        </p:blipFill>
        <p:spPr>
          <a:xfrm>
            <a:off x="0" y="127000"/>
            <a:ext cx="23749000" cy="16548100"/>
          </a:xfrm>
          <a:prstGeom prst="rect">
            <a:avLst/>
          </a:prstGeom>
        </p:spPr>
      </p:pic>
      <p:sp>
        <p:nvSpPr>
          <p:cNvPr name="TextBox 226" id="2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TPEgvlUikJI8wRuLK4LXCACEbjJRc5y6wB5ch/pTfqsEbnG8jG3DarIJ67TfEaMj2J62/mSicG247vlmh9Ws9csIFcfn+OHfrN3SRyYazB7Vp137uq/MCTjOS8L2cMnAOERryt+1uuqZeRQo/jhkPexC4ewK2nWemwdsQ+gk6tmV78nG5px93UF+tckJdvq+HTyl90BSuVd3yhkzGJbHvQttS2D6qbq3wbSsFzIQ0jIkTuKy1I3YdP71/lxQ/W9Hezh5SooAgfpXfKZsHtsQnrdDhi3a0nae/PgKhIdZkrVctu3rvI18wETmw2Wy9/msMXNrOSPXPVbTmx5wamUegCnv5l5WOTah+FKM6Gcjwjr1Y8HYPtgeFot44wqUPszjywpFcN2jNVGv9PPgunIK62zTurIw8POkj50IC71kyaZNzYqT22UDhSD4AZ8NKNNBv3acXirqdfXwzk8Gts8I4m2TXTXyTNkQvha5TrDb0nlttEyE58FusXPIhYSAg1yCHXXexDk9zvNAisIFGWUP/SzuFG32FaqvunRfUjx7FKphuznE0NX5iWyO2V0btY0L4Xpz9/rHvUP22G+XKVjxVo2XYk79nczfesp/xOrj/</a:t>
            </a:r>
          </a:p>
        </p:txBody>
      </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8" id="228"/>
          <p:cNvPicPr>
            <a:picLocks noChangeAspect="true"/>
          </p:cNvPicPr>
          <p:nvPr/>
        </p:nvPicPr>
        <p:blipFill>
          <a:blip r:embed="rId228"/>
          <a:stretch>
            <a:fillRect/>
          </a:stretch>
        </p:blipFill>
        <p:spPr>
          <a:xfrm>
            <a:off x="0" y="127000"/>
            <a:ext cx="23749000" cy="16548100"/>
          </a:xfrm>
          <a:prstGeom prst="rect">
            <a:avLst/>
          </a:prstGeom>
        </p:spPr>
      </p:pic>
      <p:sp>
        <p:nvSpPr>
          <p:cNvPr name="TextBox 228" id="2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y8O546H+XFJa9i3pXbfJnYOmostuIOul2AWh9dE+ZZ5Jm5ra4lw6I8e9AUJYY2Vd/aM7lcLTM7ck1XBldroiJs76DlxSbS2V2Z+65UpXI/unqzKiznPC/fKQLasDZyHGzmYjdn14eFRrbGWMDIg2cEz0eaauy6XaX4yDLuzDi+xYn+9H6BOq0cPL9lhQzQuqLTZvhoTLKYkIfh5vAY9FNgDtM9Fuh0SiLXhLIZ0vPXBpHilSILxeKff8wvu6fKVadq8Hnc9TBtZIEazq8ErfhYNEKVWIavxompcNaeU3Zqi08tmGoF568sq1Jb1QBzaEnsS3DOPxgVt8OJq1NW0aLcePB711Qe/wD4UIaKuwpV4/xqMQxX2MFonMqE1Kwk/5ZCFC5G1iU15JMX/25sOhYWwItY2joPZkbM7SO+6hvUxlEHTNNEZAIltiJ0yYG6t932hEnDHHp7Q3h546c5AHOxUyodlLnkRCZ/hTe0zvEbmFJDTBhtwK0ELq0cZ2OP1TPFUVxvch39jMiDD+zw+sXNd0vX78iMHBkky9CzwxeCJ3U0HTL04kpXkrhLWPm5iOHsrDy+Lis7/trvK8BoJN6xtMn2eIjWK4R61gMIkS6nYsfZ</a:t>
            </a:r>
          </a:p>
        </p:txBody>
      </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0" id="230"/>
          <p:cNvPicPr>
            <a:picLocks noChangeAspect="true"/>
          </p:cNvPicPr>
          <p:nvPr/>
        </p:nvPicPr>
        <p:blipFill>
          <a:blip r:embed="rId230"/>
          <a:stretch>
            <a:fillRect/>
          </a:stretch>
        </p:blipFill>
        <p:spPr>
          <a:xfrm>
            <a:off x="0" y="127000"/>
            <a:ext cx="23749000" cy="16548100"/>
          </a:xfrm>
          <a:prstGeom prst="rect">
            <a:avLst/>
          </a:prstGeom>
        </p:spPr>
      </p:pic>
      <p:sp>
        <p:nvSpPr>
          <p:cNvPr name="TextBox 230" id="2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8kLRXmWyP0xC8hnryIUy3FO8qhp6w4aq/QvB4jj3XSkIwZVvKL14Ct+q1Mdsl864k1F/XwUf8B42IWQytobJcnh+WgPN4zYL1gaHl6YmgDcpJo/pSndbuCI/lPBh5QPn4Nsz7xbGQ5xaRxAFyqK2wc7YDysceg4oSsWHIau1Qf6VPxAMPRbaJhbT3+a5AHmDNlhu89IA5j1eKUKnPklZ4s8tf8/z09jGUGxQTR5WHeQ6Mpw/OQv9xvkSdH6oB77KT49Wu2SfkTKIJHvhtQSg/4LSXY8Qy9bdLhViPmfLX+kj1gtsYG7LWdyQZohNPv+/4hVuX0TmZtKCuIR+vehcp6WBTf8Wo8Dk+B7cm464dCvj0YDcsRKIe4WoeN4RNYXSAJt7Tps/EcG8eDOZbRYxr4we9Eko56Btm/XGeoLxcSzmX/T3RKFCdZzFexiA732PqzzdP0DsKhXuaSsvTstVWG5VjE0HuqudEcTg1IEF9D+GsA8dtpcq1yUOQXHjvDUBW8EHAfLjSAg6OGBFXovxzbKKTLAOmKoiWQVpfsLOvwLz5PjGPntJ2aaSfQbRrV662LbZgmlvGgsqh+zgvp5jP2p</a:t>
            </a:r>
          </a:p>
        </p:txBody>
      </p:sp>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2" id="232"/>
          <p:cNvPicPr>
            <a:picLocks noChangeAspect="true"/>
          </p:cNvPicPr>
          <p:nvPr/>
        </p:nvPicPr>
        <p:blipFill>
          <a:blip r:embed="rId232"/>
          <a:stretch>
            <a:fillRect/>
          </a:stretch>
        </p:blipFill>
        <p:spPr>
          <a:xfrm>
            <a:off x="0" y="127000"/>
            <a:ext cx="23749000" cy="16548100"/>
          </a:xfrm>
          <a:prstGeom prst="rect">
            <a:avLst/>
          </a:prstGeom>
        </p:spPr>
      </p:pic>
      <p:sp>
        <p:nvSpPr>
          <p:cNvPr name="TextBox 232" id="2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QFzvZ6yVuf59E85HcYGhef6Lg17TkyNhE82RXs0c4ekqYrnBQsmZoQQ95J84S1/QCLEHl4deSjoNM3Bw8YC33AurEc7HncPRvKdw4DWU3sbR61lhugroUZWekCJaaxJ6QwWHQmPqaXS/JSX5kLl8+J4K2vKZQfWvsrXFfb6oNf5DZg4XglRj/5CZ+QdbOCIN3Kkstci1VCyptkwjW7p7iOV2eNKOKZmgE53BG93jzbLkkHE3yJJ6PcauqfwsGOwPNu1D0YofoOnp0p8J6bW0z7P87zVF982Iz1RFQRPihmZi0VnkchcBnqFasXajUFZsdExKvxoSWEx4sUXvzD9YPPh9btDBcuGV1+5TJUUy6OCRK2LnCk12MyrJjUAJ1z6rB1vl60Ydf4PVzI5xfRh2JbjSfhkqMb9Ex82Nc2GDfqskPhMYmwqqOxrZ/PZwh7kJ/xpjEUm5s30IfyrV2QZamHNnH3gKIw03OJZR8pHDDAmvLz1nxQflCuEsHZ9zWU8/f5rS/rLYsXpoxCeYGNocvtyQwvBtJvvtMP5iCBYVGfS+gECbW3WFtoE2NMJXxymdxPL9BVc5kcTRBTS+/</a:t>
            </a:r>
          </a:p>
        </p:txBody>
      </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4" id="234"/>
          <p:cNvPicPr>
            <a:picLocks noChangeAspect="true"/>
          </p:cNvPicPr>
          <p:nvPr/>
        </p:nvPicPr>
        <p:blipFill>
          <a:blip r:embed="rId234"/>
          <a:stretch>
            <a:fillRect/>
          </a:stretch>
        </p:blipFill>
        <p:spPr>
          <a:xfrm>
            <a:off x="0" y="127000"/>
            <a:ext cx="23749000" cy="16548100"/>
          </a:xfrm>
          <a:prstGeom prst="rect">
            <a:avLst/>
          </a:prstGeom>
        </p:spPr>
      </p:pic>
      <p:sp>
        <p:nvSpPr>
          <p:cNvPr name="TextBox 234" id="2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hWPYcyXmETRqY8abcwLmgZKDBrSXkqP24YaqtjIpHufCApBlxLPghY+Uv6zWh9iFetjQ8i2xAR0TR2Q5zfu2q/cPH6j6/fmhvwGgfM1djCusHymeHvhxa8KDoUrErEdb648bhUFTfZWx+rRQVW9K6r+CjCru6hWK2myscx2mvZT1ExEMW5DVxAK4VCO8ye8xmOhkMOC8dFIcrNIhqbtbw8L5sOSJ4yp10rvLkwHOnG6T9dDwLV2AKvUH20PqMkEsVpOxnlVYtk/hQx9wbTKg9KdlP5z4GIxTzeeg5TeNy5FjGQxeVckwYv0DMYSK4gd/5zmIq3YU/jBsac+dlUZwwR8QNm4PI5mW5SVGO+cc9S1r3tq5emxSyG3zHV5ue1L1d8qtQLp0VKxJ8KzVYEf5eYMsHW8XDW1/N8cRXBHlTiyp85PxvrzoYCk32QdeHzn1ADN0tPE2fOzspu+pPuSW0vRlW2X2VCytM5i049RLT3WVTOkgnqG52Ot9312U+X1Ih7qrM9NR4Movqs5XkjvYqSuqmWjZz1Myvs/3jbGFlxvb1gbTSgxg7HyJOJZ7qKj9YSkisGI6fpK5SSb4aGXI1MbGFffQtefVhtrP6fiwvu6nqvmJIgQp9R330isLMLFVcoUrlcvxEu5LbT</a:t>
            </a:r>
          </a:p>
        </p:txBody>
      </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6" id="236"/>
          <p:cNvPicPr>
            <a:picLocks noChangeAspect="true"/>
          </p:cNvPicPr>
          <p:nvPr/>
        </p:nvPicPr>
        <p:blipFill>
          <a:blip r:embed="rId236"/>
          <a:stretch>
            <a:fillRect/>
          </a:stretch>
        </p:blipFill>
        <p:spPr>
          <a:xfrm>
            <a:off x="0" y="127000"/>
            <a:ext cx="23749000" cy="16548100"/>
          </a:xfrm>
          <a:prstGeom prst="rect">
            <a:avLst/>
          </a:prstGeom>
        </p:spPr>
      </p:pic>
      <p:sp>
        <p:nvSpPr>
          <p:cNvPr name="TextBox 236" id="2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jBcIi2D/cUQnntm9OCwbuAcVZbFuu5iFEmSJf0Sz3IlpXYCCdNEFq6xBWjBRSf9MHOtQPMyLb1rArMmpXFUKwFVx52Jia8HR3Ppw2ICR2c7OSeZTOrPRcJ1dsvfrXe3+4ou3pWvuDby4MJUdC4ig4HHBD+cC04uHmFKx6brnRKN8BTg/kZaqSw5jIydhIEsXP6dUjS3J1wSjuWuq/5bQjDmFUrVHPngtZ8boluwHc7U5K6Xq/lof3/dnasDm6kKg9Y68h8fRcq+ZbbTVgtUOIKIVymOkSVyJE+PPKnV6HTBv19TlGq8304Y+X0pB6kELiA97IOp3/2tvEIDzKJVbZVAPcpPkuSri0w3iBB21YepIFbbxy8Pq1JclUKEYJT2ZJ8e92AHPP3XYdXCWSiw0UKBqv1s0Az2oXY0MU9WSw6uQuM2E19pNT4OSVa7szTK+Pi+tw2dhOy/NooFnU19gDK0mbC0eSoaZFzw979pQ0E17KifLNwazoPEvFHebKlfTkvlcrcttdVLja2xeK94RlxW8fNxfcNgcDb6Xp0ZJxG5nQ2RWMy6y29TyizhLhrvAaoodLjRrUdwSTe/y+Pxo9+GqG3dqDKUf9gbLCnN3e2p7yv5fi</a:t>
            </a:r>
          </a:p>
        </p:txBody>
      </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8" id="238"/>
          <p:cNvPicPr>
            <a:picLocks noChangeAspect="true"/>
          </p:cNvPicPr>
          <p:nvPr/>
        </p:nvPicPr>
        <p:blipFill>
          <a:blip r:embed="rId238"/>
          <a:stretch>
            <a:fillRect/>
          </a:stretch>
        </p:blipFill>
        <p:spPr>
          <a:xfrm>
            <a:off x="0" y="127000"/>
            <a:ext cx="23749000" cy="16548100"/>
          </a:xfrm>
          <a:prstGeom prst="rect">
            <a:avLst/>
          </a:prstGeom>
        </p:spPr>
      </p:pic>
      <p:sp>
        <p:nvSpPr>
          <p:cNvPr name="TextBox 238" id="2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41W7pXwGPVY1VNcp5bdH228nxyUOaF+7j/0dLT1MA1is4j3G646l8x8bPZzDXCHL5d0PiJulDAQ85SvDqzkkhLHOPLRfM3CF6tZUk9PdShAiiVIibD2SSYoofrpcOohXWfY+KR+KLIyju0csZrtLXubS0cH+ZVVYsRwvINvL9Qy3DDnjtfKknqM0JUuU7sXTXXhCrk1u5/jwNmfhR3u7SXHgTsif/Vk8zNXErSge6+tn4Q4ofYAO3MUQlqmwxJsYt2D0NtsULnYC4y62vWILYUPbz+5Vu19kklgNw7rOwV8mILvy7wi+/in7Kfsp+yn7Kfsp+yn7Kfsp+99O9t/z+hyzT9lP2U/ZT9lP2U/ZT9lP2U/ZX7x/NVkj907W+I/ffc3aKAh/NG0j9/tpG7n/807e9Ot5G2lpv5+38TezQL4zQv16eRyH/u0vl/bxn9jvWZGVoCRILC9KvAAE6ed5IH/luz+aF5L7nuVYJLM8kgQI0dek9dLvp4r8lXI/U0f+DaaOlNC3qSMFFoDfrOcfv/utirjfq4iTv62IF9nPJJV/WsK8NJVgLIlslkNZBKyMRF6W2EzMcjETco79TFL5xxLy/VUnofzXt/</a:t>
            </a:r>
          </a:p>
        </p:txBody>
      </p:sp>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0" id="240"/>
          <p:cNvPicPr>
            <a:picLocks noChangeAspect="true"/>
          </p:cNvPicPr>
          <p:nvPr/>
        </p:nvPicPr>
        <p:blipFill>
          <a:blip r:embed="rId240"/>
          <a:stretch>
            <a:fillRect/>
          </a:stretch>
        </p:blipFill>
        <p:spPr>
          <a:xfrm>
            <a:off x="0" y="127000"/>
            <a:ext cx="23749000" cy="16548100"/>
          </a:xfrm>
          <a:prstGeom prst="rect">
            <a:avLst/>
          </a:prstGeom>
        </p:spPr>
      </p:pic>
      <p:sp>
        <p:nvSpPr>
          <p:cNvPr name="TextBox 240" id="2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0WAIcERO3H+wMrSwBB+PUDByUA3zbo+++//8d3RkeWlWSZowbxhySPX58ROYl/J4F9S3BAhPLbUP4g8qUOFooSelvgLx8Qy6H3gnx/4FkkQSB81PGlVo5nRVH+qY53sQIn8gj+UAcnyRwUf1EHJwAkicJHsRwPJBF9VMhCQXz38Mc6WCpN2/RtPzhOFiTxow5eoraIFX6q4/3sj/V9aQVPGyHJ//jRPoH6LPDxLHUfgvTNuAHaGmq9v+kTh5Agyt/98IzAiwL6ZZ9YURD5H+YGyjLg0UeJgiDAt1f6adx4yCLqCr/tE6KtfLfr68BDEQH+d7/oB3UzX9zPP30tVgT8j3PJS18e/mncxPdf4Lf94IEsym8v/aEMPC3id/81yTxZMU4RKyZFkhcipOMHYoEqYJblMXXTUvw3mMyTWo0/LcMtFfxM9/mZ7vN/TrpP5fP1+fpv//qXf/nLHIP6C72V/8Syva99/b3tlPcuCvdHN1F+fdfjD26iUPr+K7sof7ltkC/O+addj9/a5fgq8ostjc8tjL/NLQz5F1sYHASfOwt/</a:t>
            </a:r>
          </a:p>
        </p:txBody>
      </p:sp>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2" id="242"/>
          <p:cNvPicPr>
            <a:picLocks noChangeAspect="true"/>
          </p:cNvPicPr>
          <p:nvPr/>
        </p:nvPicPr>
        <p:blipFill>
          <a:blip r:embed="rId242"/>
          <a:stretch>
            <a:fillRect/>
          </a:stretch>
        </p:blipFill>
        <p:spPr>
          <a:xfrm>
            <a:off x="0" y="127000"/>
            <a:ext cx="23749000" cy="16548100"/>
          </a:xfrm>
          <a:prstGeom prst="rect">
            <a:avLst/>
          </a:prstGeom>
        </p:spPr>
      </p:pic>
      <p:sp>
        <p:nvSpPr>
          <p:cNvPr name="TextBox 242" id="2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qHKGGlRJBQQVmOUMRxgfJMBnGaSCIEnzsL/0F28Fe998BSSvkffP+vHznoZ1GfRX0W9VnU7xf1X7MPhUQ5KWQhk3mKyeUsRgUvSdSfJVKcxrzM/43uQ1EQ+YOzYTn5q7+RhS8e55/Y799w9IvP4cTfvQfmq9/5f5LMfu5Lfe5L/c/Zl8o1AeE8VsNEwA9VRwemnnHaIz4R5iaFaD3fF/1LZwWNZVemh7oFYIh3nk4JX14iBRmT3pPCjkV72M/yhM5sLGHLyp+zkDZjiJataOFVTYyE3W+3BsSMrBDPPZbaYIy9AZv17OJiQ1Vv0I+xKHuJxGDnkDY2z4yKAhyXwySKumULCtH2UeJPEt7XpdKyF6uGSAyeBcmxGrdst5BctHnxa6wHXquNF9kJQZ8kAbYusRVw27qb4NL2OxwlJkz45daF8hNZI47xxdeEM3uy0FoTBuzEkpxMh+dLRsY1nHDu3lWNj8VcQWmr1PjEJXLAen0kyutdb+Cw8MqKe86RjKwFsHGhnZtE6J7rK9Lu7oqkqDppbHrwILO27wb2YLcPuKO0h/BRv8NiiOxoD/UFH1CS9RGx/</a:t>
            </a:r>
          </a:p>
        </p:txBody>
      </p:sp>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4" id="244"/>
          <p:cNvPicPr>
            <a:picLocks noChangeAspect="true"/>
          </p:cNvPicPr>
          <p:nvPr/>
        </p:nvPicPr>
        <p:blipFill>
          <a:blip r:embed="rId244"/>
          <a:stretch>
            <a:fillRect/>
          </a:stretch>
        </p:blipFill>
        <p:spPr>
          <a:xfrm>
            <a:off x="0" y="127000"/>
            <a:ext cx="23749000" cy="16548100"/>
          </a:xfrm>
          <a:prstGeom prst="rect">
            <a:avLst/>
          </a:prstGeom>
        </p:spPr>
      </p:pic>
      <p:sp>
        <p:nvSpPr>
          <p:cNvPr name="TextBox 244" id="2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6YhfVJN9D6ASMS8ZFaCUYjOcitexYf+HvV8r0R1cjtp4iOd+BVXOeqDXT1yCJ5VkcVx7utD5tsN+DwqqSAqx77EMX3E8Y5uicV524tCwHUe8QZ3J3GAz5SZO6+mvGu5XKbBXswwX14HcipPdTJ5Dl1jOTNUOGkb1/2oFizAy73MMJewC8CYX5qk3wshTXZOeoN8Hu74qGISoS3O8ZrBcYX76hftzeyiQnRqJU6nKFbv8OE+dtKY9/pV5nr45Di7OrubS69CyEy0XWDy3to2jx7uUQouXjjOyzUJRD2j7qBpyaQiIse14Ar0aZG7TtsbXxYhvZrZMYGjeGlJycTci17dyIGLdnnC8fyugyGS8k66HYu7zjNYB0IT4e7I/kk1zgYNg+b5bebAVW60ZH92Cia3C0eLmpviedK63eCqxQt7/C5NTC2+l0Imme/adC0GW8456+NJtwlvUcVKEwX5JideYazLdgMXUUyJUDJoKAohdrWZ4gSjx2YrntZR3I5+dh9sKom9WAYkDf7CY64wxwI6RQ5yG6TGhsu0sCszsSDC3+vkNz2jXmU9PsV7czhhb0FXV+vy27KkWs9OmK0m9gWSCsyCGWvM7H100Ub4mmq0a2wVyQMjXgevBU/oBLKMd7MpNK4EykcJJaMQJKL4we8M5c</a:t>
            </a:r>
          </a:p>
        </p:txBody>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6" id="246"/>
          <p:cNvPicPr>
            <a:picLocks noChangeAspect="true"/>
          </p:cNvPicPr>
          <p:nvPr/>
        </p:nvPicPr>
        <p:blipFill>
          <a:blip r:embed="rId246"/>
          <a:stretch>
            <a:fillRect/>
          </a:stretch>
        </p:blipFill>
        <p:spPr>
          <a:xfrm>
            <a:off x="0" y="127000"/>
            <a:ext cx="23749000" cy="16548100"/>
          </a:xfrm>
          <a:prstGeom prst="rect">
            <a:avLst/>
          </a:prstGeom>
        </p:spPr>
      </p:pic>
      <p:sp>
        <p:nvSpPr>
          <p:cNvPr name="TextBox 246" id="2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Q7bQHwauqCFpuJ4a0PUNp4VDcnN9hY6iis/tEItFNWtqgxq8YwrSS8VJ81jbHLQseMReqgKpjBTMXbrYK0sXlhagvzLfz9NRSNDfJSPXdP4DpWQgNJPyhxmFzcWZBZsIadSbuiP6UO5sfDvUBOqeKIbHAeTOfXcQGPlnGdYewNmbh2KxYkF0uR+xpi3BmzVPbQOEEdGKL4dhyPjkwCMaNhddG7iS8R/AEeyudcXC4kWA0HqmLzqqzxOVJ7+zhKngpk/ITIp4gtZpgzgmdHzm1yFOxsM2JwsZC5oHkJN89VhrvLC4DCvZpgvXF4CVCSC0QcqNp4Y7sVbW5IXNypD6MDfZWKrUf1YQjpK2uLM4BcwmG0REMRJwXT7w9nTyWrW49qkN5xFluLSuwSQwdLZC/JxnJbkCwHxaLmD54kgKptT3EceHComETstmED5vfHxYWClvuSMLXMm1fL+dmoQY6PcmOm1fAYW/jy+ckHcnhisWAY/RqQg9XmkmRVpeANx+YrpdEXZBUE0DCi6MB0TDEnHse+amdlXDPo8uC2eDNUWKS6bmcZZDedAM/</a:t>
            </a:r>
          </a:p>
        </p:txBody>
      </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8" id="248"/>
          <p:cNvPicPr>
            <a:picLocks noChangeAspect="true"/>
          </p:cNvPicPr>
          <p:nvPr/>
        </p:nvPicPr>
        <p:blipFill>
          <a:blip r:embed="rId248"/>
          <a:stretch>
            <a:fillRect/>
          </a:stretch>
        </p:blipFill>
        <p:spPr>
          <a:xfrm>
            <a:off x="0" y="127000"/>
            <a:ext cx="23749000" cy="16548100"/>
          </a:xfrm>
          <a:prstGeom prst="rect">
            <a:avLst/>
          </a:prstGeom>
        </p:spPr>
      </p:pic>
      <p:sp>
        <p:nvSpPr>
          <p:cNvPr name="TextBox 248" id="2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2GfcDMzKyh5uL47Pi6Hapxv6ICuwmlLDjt4rviB8RnkFqFNtNLr20kXFx3kmuMW+y9rYwuvwYzRcjsYJLacZzCy4T1HVXgMXLDS0mA6PJ4muj8LiWTZxABOSc0OuGkgk3QsWE3grnWHoi654a0NhmTWnzCH5T5PcMKHSjLa/dlC7g3TGWT5ORndNV3vt236ImHDL99ptDYiPAjhlZzu4GaP4TO5I/XVTFhZNFfAaeuWQfL4Tk3C4dc8Kq7FI1jsIxyyrWaDk9gcoD1Q+6D5zNbutyxnoVNgPLE3nA72y07XHrK9rsdJsFppr7bydMaUg20/HgFbsfvqFkN9eUmxbhlU3+IbLJGbPj2SpEynsVzIRnAvihw5Vjpqh/K1iSAJexMfDC2seOaMPLC3qL/d9ew96WUs5XAcHRu/FuOpehzW1zsy1/mGeDFPgKBgmYHwap2oPRvshMdCkUPyrHS8cQbPnmz5rqLGsFscjbcZ8JcyVuHASDuchAu3YsGAYrhrnzIu5m2X8NrAH5C9M3K8u0zKzL62Q8o87czAx6O5aak/Sht4F0MTJyrxg/FWM2cY8scrPi0edjKsrKOPyu2gYbyLgMZlT</a:t>
            </a:r>
          </a:p>
        </p:txBody>
      </p:sp>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0" id="250"/>
          <p:cNvPicPr>
            <a:picLocks noChangeAspect="true"/>
          </p:cNvPicPr>
          <p:nvPr/>
        </p:nvPicPr>
        <p:blipFill>
          <a:blip r:embed="rId250"/>
          <a:stretch>
            <a:fillRect/>
          </a:stretch>
        </p:blipFill>
        <p:spPr>
          <a:xfrm>
            <a:off x="0" y="127000"/>
            <a:ext cx="23749000" cy="16548100"/>
          </a:xfrm>
          <a:prstGeom prst="rect">
            <a:avLst/>
          </a:prstGeom>
        </p:spPr>
      </p:pic>
      <p:sp>
        <p:nvSpPr>
          <p:cNvPr name="TextBox 250" id="2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zq/68U7SyFKPY19WfaV4g+9xyeHHaoZYF5G2tlZkKzeyBUvBIYO1c2wxHs+rxO+e3hX+RrzK3ykvGfupKRO0W1VVDg4jZbG7a+BjoCguyTzPGq/TKNnkdYPEz4Bnw24LuRENFyMCw6zOdHGbQUVdCymFnt7B1TCoqkOyOemG8UDu0vLPpqUzvfT6ojZdSqYiuvcQ34DnyTkQ2qvLvJUIlm+Z2S12L00ztIcGY1yiHA6mR4gO//JI/l19nGaP8gsbM9bFqHirhBLLueZW1MYAl/UABLbZbVA6gbLgmfvDMjJ3itAGPtChLHDx+5N7TpNcFWkoF3EIeL3VV/xm/XMQOzOEB9LldX4KrbPSHjWGxLc8x4IMVPdkb64CSRG0hRM+/BcMlONHRI++Q0QMshZ0N6cW2IITKnNoEBnFEZuSvZeuqzkvcnUyKQAAXvkYs9sPUYs3LDBluRV5AXsEgYd0g6nFfUnYGg5Rq0mKQy1HfVv0jTPLj85sOrnmtjhmWgvf1hY8oGSVZKKr3XFbhbOBDCzYjB1K5eWHyGAqAmuL+w8SzAPK++eovYsW2RHsXzFP5ttDE+1P1J9QcE8pZw7wcn3FWxuNr3GJkXpISOsUxL5j1Mi6Gw0I</a:t>
            </a:r>
          </a:p>
        </p:txBody>
      </p:sp>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2" id="252"/>
          <p:cNvPicPr>
            <a:picLocks noChangeAspect="true"/>
          </p:cNvPicPr>
          <p:nvPr/>
        </p:nvPicPr>
        <p:blipFill>
          <a:blip r:embed="rId252"/>
          <a:stretch>
            <a:fillRect/>
          </a:stretch>
        </p:blipFill>
        <p:spPr>
          <a:xfrm>
            <a:off x="0" y="127000"/>
            <a:ext cx="23749000" cy="16548100"/>
          </a:xfrm>
          <a:prstGeom prst="rect">
            <a:avLst/>
          </a:prstGeom>
        </p:spPr>
      </p:pic>
      <p:sp>
        <p:nvSpPr>
          <p:cNvPr name="TextBox 252" id="2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NanUha1InNOkQ6w266hSQaaW/7xAIqSraJ4Xa+1QNu2CwVJA96ToojUYHMVlqOrHCKiM/se3v2BLeHDjntyd4Vh5mPNBQid26feJ9OOyCcXn0HN1lCSJCNnc1NF0aGLzfVsTItkT2ub8MdpcrcEvdFVq2QjocBLbPlgHfgUWi8cXnqUFLzEvtgeatG6dnpsK2EDbbqozpL2xWIkSbaK6yclUcw+5Lsy2utB/hk7c5zL8OdierbCRCKpq/BfEJtg/TjPGIXpH7AogcrIt2NObKXqyfom0YdEFAhwUHlljbr3yk+jUfsk+BqThXXZnoEG4+up8Bf19XkyCLVKq479CDLzYBbMGyHdvlyg80LaRPy3N0NaN3SJ7ErT00ENt5GyHS1jmQPxwGctTuFEr5qC2J6xSsYD4JwRU3TeeTVpXLAk6FVkBjKmBynaT1zGdN7CPONg497yiXYndbW6FqpKbZmndGGC4oZYKHoSPb59Zqw7nS+M6wpDeRwk44VfzZfCjg1qoqDWFY0FsejiuSL6JJDqukBMOTthMKDfSbxBQkB3/qxCMcMeNhl7YsmbFbxAaHDdCXHzajPQuXe78hZcmuSLK9mwJobq0NdcNhSvHnRbf</a:t>
            </a:r>
          </a:p>
        </p:txBody>
      </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4" id="254"/>
          <p:cNvPicPr>
            <a:picLocks noChangeAspect="true"/>
          </p:cNvPicPr>
          <p:nvPr/>
        </p:nvPicPr>
        <p:blipFill>
          <a:blip r:embed="rId254"/>
          <a:stretch>
            <a:fillRect/>
          </a:stretch>
        </p:blipFill>
        <p:spPr>
          <a:xfrm>
            <a:off x="0" y="127000"/>
            <a:ext cx="23749000" cy="16548100"/>
          </a:xfrm>
          <a:prstGeom prst="rect">
            <a:avLst/>
          </a:prstGeom>
        </p:spPr>
      </p:pic>
      <p:sp>
        <p:nvSpPr>
          <p:cNvPr name="TextBox 254" id="2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kRLjwk5MwBL4PeSd6B0k3wfPI52U7FWPHtKimRdFNdHPlgbtmnv07RAPPRFUShonzrtMrRdS8eKd4kuBUea79EYUztW7atKF5Ln40Dpeokk7iR2WT4Yq/T29xijMq06p5cVKJq/byTU/Q6V2zeXGR4nLMb8RB4aUKtrTqUO+NI9W1z10a+JyryJR2RvaJoQCLhLvzz0oqps3rTiFWCEN7S5RknRqlqXXx5Gkg2gODCA0v5xOUIDtQev3oc+nVe8SCuVbRGlwPOxc1K61dTOMBgd/TIdnxYLb8x0QSd3KL2qkypfq7XZ5ahJOTQC4u2aVmvA2fqX7Z0fdcXoZ2Ux6FG/MvR8e1ycwNB2hc+TLGxI4lPzkAYzkmOGFOsiCO/xnYIV5T/ldf0QArTo/p5BlmMdJiI2FQG1+42Vz+GPLuNXfCYR/sVs/UdxUZnkcgqd8kYR4NP8fPqTrw57myWvd462Ncdra8P9sELHnAPDtbiRHaZDm1eHSIRztwGkfiNtcT88fCRs4bUuw/TPeArD/mQcqMT9tDyUAlC6KmoDY6UP3uUiwxjE5eIxYaNVysEqinwNwfkIcslCc9XCa+30gCfZpo</a:t>
            </a:r>
          </a:p>
        </p:txBody>
      </p:sp>
    </p:spTree>
  </p:cSld>
  <p:clrMapOvr>
    <a:masterClrMapping/>
  </p:clrMapOvr>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6" id="256"/>
          <p:cNvPicPr>
            <a:picLocks noChangeAspect="true"/>
          </p:cNvPicPr>
          <p:nvPr/>
        </p:nvPicPr>
        <p:blipFill>
          <a:blip r:embed="rId256"/>
          <a:stretch>
            <a:fillRect/>
          </a:stretch>
        </p:blipFill>
        <p:spPr>
          <a:xfrm>
            <a:off x="0" y="127000"/>
            <a:ext cx="23749000" cy="16548100"/>
          </a:xfrm>
          <a:prstGeom prst="rect">
            <a:avLst/>
          </a:prstGeom>
        </p:spPr>
      </p:pic>
      <p:sp>
        <p:nvSpPr>
          <p:cNvPr name="TextBox 256" id="2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g/rdhPPvVJ/9tUXw0Yl39kjgkvLv7o6JqqVuwqqJSedrTfkGntaXittBOYT8Ewn4aAfZzF2i2kQbOw9IaGRHIMz2QpdXgXogAcfuW2F3E3R0L3OZBMgg9qDLAYMW4LCjtOKdJrw4aiakhV1JZh3WgI1Zt5FVUdOx0bJryndvVQ8J5e4knewuaS8c6EFxNc5YrZZGW/OTn0LmUQGyuqYhxYP3qUEwgxk+yAL1V5pG++NvEo64ZcGDee9WKSqZhOpX0z4qvgY7FnE3NiCJulNm+Sr3PFrFiPK9IhurhtONAe2OIMbW6/GwX9u7NcDhlZo9KMe2ZZmFQ+3BeqkQPd9owQhS6i/Wr4WJ1fjqV6ywNURkw0klwSzXGhdv6VpKx8tEDoapamyYiSwiUyG71yR9zIL/PtWcLJIlWS6LeyuQTTqhzIgMEi7ufStEh7OKpHGxIvGdULzTC1sGwEcR4YCwXPua/fqMCCURxMvOpdYxKz5GQiLe8ZGPem3YRj7lK7xT9VftYlfT7bay4H11jIiueM9gEgPsQor2DsRWikXbYSI0cgu2I7WP9sUWHvyylMc3f</a:t>
            </a:r>
          </a:p>
        </p:txBody>
      </p:sp>
    </p:spTree>
  </p:cSld>
  <p:clrMapOvr>
    <a:masterClrMapping/>
  </p:clrMapOvr>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8" id="258"/>
          <p:cNvPicPr>
            <a:picLocks noChangeAspect="true"/>
          </p:cNvPicPr>
          <p:nvPr/>
        </p:nvPicPr>
        <p:blipFill>
          <a:blip r:embed="rId258"/>
          <a:stretch>
            <a:fillRect/>
          </a:stretch>
        </p:blipFill>
        <p:spPr>
          <a:xfrm>
            <a:off x="0" y="127000"/>
            <a:ext cx="23749000" cy="16548100"/>
          </a:xfrm>
          <a:prstGeom prst="rect">
            <a:avLst/>
          </a:prstGeom>
        </p:spPr>
      </p:pic>
      <p:sp>
        <p:nvSpPr>
          <p:cNvPr name="TextBox 258" id="2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nZNrc5Jas9tL2XN8ovw6stLDBKEffMelzgcA64FfIcRshIRJITnAAvd6WPgFh5ZDm0W8BedRKBjpEueOdY1H4tPTpfjEvxtOe5Z5uHiXZGwYBtnCr8LRBWpVcjm4wGLuIDDlgeMgbshQPFo7s1p7El7Ez45DwPK/JBA/LOT65IX/s+1VcuCdhhv0ihY6QzsQ32Oc/abZgYZ3I8l3EwN89AEGRkxcFEgkSY2+E0cCG8e8fWhfHaToT16hajFBY7vM4PD1twbA8y4zbZkOK5lbUWL2wR1XrJk9OxfWhjDScFmVoBXeTWYkvuthahZD0xODrY7zDdwKT8i9VDcqjn+ywcrkGO9Pqwxc4+O1FDUKgKXV/3gs4ff7QpK33k0N4ucpKIWpnwxdHoUL+wRqL6SAQjyMoJLWF9wc5V3gS8qlgydBbli8SjudTEzDyKaNWmF7LbSAHgHjrlK6CK1zgo1VXCldWyR8q9p/zbVrSZa6J7jGJctvhg+TvKn4VYh/lxXeO97KxsbrM/lygVij1Zt3eYdMt25yHqYx84rfBFm61okhFgw46sROtF+f+gqsjcXPYkqnerdxpZiieVB8VvHiXJmrDG4QGljJ2S9HxdttJCRCo4aj4lslw0</a:t>
            </a:r>
          </a:p>
        </p:txBody>
      </p:sp>
    </p:spTree>
  </p:cSld>
  <p:clrMapOvr>
    <a:masterClrMapping/>
  </p:clrMapOvr>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0" id="260"/>
          <p:cNvPicPr>
            <a:picLocks noChangeAspect="true"/>
          </p:cNvPicPr>
          <p:nvPr/>
        </p:nvPicPr>
        <p:blipFill>
          <a:blip r:embed="rId260"/>
          <a:stretch>
            <a:fillRect/>
          </a:stretch>
        </p:blipFill>
        <p:spPr>
          <a:xfrm>
            <a:off x="0" y="127000"/>
            <a:ext cx="23749000" cy="16548100"/>
          </a:xfrm>
          <a:prstGeom prst="rect">
            <a:avLst/>
          </a:prstGeom>
        </p:spPr>
      </p:pic>
      <p:sp>
        <p:nvSpPr>
          <p:cNvPr name="TextBox 260" id="2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ZZfHg9oe8gkfIrbPOC7sOBRNMcG8cf8pb3ix3BARqyvyVNcpRW/uvZXWJlRTHbt/NRYS+wadLuBFUlfIUxmaRZLZE+bpxsNC4o3VE9UEKfdz+TI3AU6PtvbhNrSuZN9v88CfkSERQGnNT281zIYd+fhioImmlz2WJ6rqet2LFwme4maNP01z0djIyK+mDBZNf1E8dF9X6OwQik5nh5OMK9R7UP/1N0pE6iXM7fXBwPafftyB3/jBfNVFiGc7vIRHxfzBIRe3ltwczEsnIwUb3F1iQyKX11qz24gAmyZUf+jzksZZ4UUabOspQfY6rjDDnRuldCQpwqXsqOSVpsUIHlBzCD2YXnkdD3dNW5HTRmz2pYMUWHeaVwHqX3bU4Tez2lV2OxyFA3k56JOnq+TokngeNORV3g6SYjNtCwBd+rPIV+THPUtGA0bmfASlgecpOxLG2bwtOAhNX2KZ2ovmS3J9OS9kVmkqNTrLIS15EDmJCyIAU+ZJviePKDt0tjg41QdAm653EQIEd6m/moH53HPcCa6ng8NzvwoTzhlf4lQmGwFYvLMDvS3eVvC2FRCnOenKmB9K+QR62l7rJ1zTxsz4eXJ7p06viXLgGB+Htma6pcxkqTwBlvQFaCgh727kCCoUm1mJ43ycefokmWrDP</a:t>
            </a:r>
          </a:p>
        </p:txBody>
      </p:sp>
    </p:spTree>
  </p:cSld>
  <p:clrMapOvr>
    <a:masterClrMapping/>
  </p:clrMapOvr>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2" id="262"/>
          <p:cNvPicPr>
            <a:picLocks noChangeAspect="true"/>
          </p:cNvPicPr>
          <p:nvPr/>
        </p:nvPicPr>
        <p:blipFill>
          <a:blip r:embed="rId262"/>
          <a:stretch>
            <a:fillRect/>
          </a:stretch>
        </p:blipFill>
        <p:spPr>
          <a:xfrm>
            <a:off x="0" y="127000"/>
            <a:ext cx="23749000" cy="16548100"/>
          </a:xfrm>
          <a:prstGeom prst="rect">
            <a:avLst/>
          </a:prstGeom>
        </p:spPr>
      </p:pic>
      <p:sp>
        <p:nvSpPr>
          <p:cNvPr name="TextBox 262" id="2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EOa0Caf8lctoOHZiCR8Ii/1gdiZFWO5s7xCMP1/Vs9rv0oiQib9kmPMsPi+wb2Zh5c+QZeHlsOkwx3SKYF7LnMasIcDi0gdRys25d0ZiEHDYwYWyWlGGODAkOWE1YOPPXi+0hxVAon0+WY8InC69jLEah/IBdXmfee+p3eNpSPhPgIrQ5YVqlcPHyDXIa8nPFz+dXgwYtXJGAR2YyvSaV9n/5OBMjnOqk2S06BzhCqmEfx1vKLyWd4tfqLJG9vaJ8Cd6XCjQpJsDe6Xay+SuhRFK7Ui6XdJunNomddUa86HTE31G1nhojqZF3PdkkufeKJt+WaYS0+kDn94wpn+aKQ0P5VePh04Ux2mG/3jMIRaShtaNOYxGFXrAU+TMpolSa2WqeXNRcSx/vdkQCLyfVSuj0nIh3t1NfTfu4KJFzvJqYbLNgZjcdQ/Grqeo4WaXLlu1M30Fzeb/iInFRMEYK1TdbzHv36kdHjSNYUtCIGLqe9/spmexrfEWeSv3x5ixtEqGWa/r8nfIRzxMfmqCf4hrGlbnHJmvcNM44P2skto8j2RZb3u6Eae8h1O0jd+6Vg8b7VkPtR7E9</a:t>
            </a:r>
          </a:p>
        </p:txBody>
      </p:sp>
    </p:spTree>
  </p:cSld>
  <p:clrMapOvr>
    <a:masterClrMapping/>
  </p:clrMapOvr>
</p:sld>
</file>

<file path=ppt/slides/slide1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4" id="264"/>
          <p:cNvPicPr>
            <a:picLocks noChangeAspect="true"/>
          </p:cNvPicPr>
          <p:nvPr/>
        </p:nvPicPr>
        <p:blipFill>
          <a:blip r:embed="rId264"/>
          <a:stretch>
            <a:fillRect/>
          </a:stretch>
        </p:blipFill>
        <p:spPr>
          <a:xfrm>
            <a:off x="0" y="127000"/>
            <a:ext cx="23749000" cy="16548100"/>
          </a:xfrm>
          <a:prstGeom prst="rect">
            <a:avLst/>
          </a:prstGeom>
        </p:spPr>
      </p:pic>
      <p:sp>
        <p:nvSpPr>
          <p:cNvPr name="TextBox 264" id="2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4WOgpzZnFG2IOAdLOD2yPsVr7zQQEsfcMY4LDYjyI2EQIzQUX7HscuZP/ZZB2+uFwxvGT+1RfJ1ytGvEHltjqNrSMbRVEPkrlnj2XNvCjjCpXD14jRzUF044dUh4JOH4vV8+XVvWWvoM2qjBhhyvLdHGvUJcaC0p/j0YJ14TzNMcomNrDmQjKyXgnaVXwteCEitud9G1OdmqJfJSPyVZ5tQJd1m4BlqBtUvce/6geGGXR6js4hflb33QTvHLV6GqE57sOekZsFsvViGTUABKO7SehQtoHbRbdzUJo/tUjdAqIyTZQoLX2pqOX7+LIbKKdMS2u1KB0GQIAqm8dyTOqeeQTmlkoDnREFkzYd0O9uuUolrd8DhsI95ms5A9oLN1h0Qhx2fC9oYlo0u/E4lW2j3VX/M4wYG5GHg5XjBdr8V776bkVeJvBBWwuXZw0F5lXer/Tzeb34XrGgydbBI13cozS/0GxUPevO7Pyxi3c5EFECmkf+FTY8SacGJsC7lPVGAv3mHAzvVyQJmbYRK+5sUsbCyxRpkyLUiR5utqsELTQPEtov77VTAVby03Hnr114LOJ1YDOV8kFB9kGwHj2vOofhcbH2m</a:t>
            </a:r>
          </a:p>
        </p:txBody>
      </p:sp>
    </p:spTree>
  </p:cSld>
  <p:clrMapOvr>
    <a:masterClrMapping/>
  </p:clrMapOvr>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6" id="266"/>
          <p:cNvPicPr>
            <a:picLocks noChangeAspect="true"/>
          </p:cNvPicPr>
          <p:nvPr/>
        </p:nvPicPr>
        <p:blipFill>
          <a:blip r:embed="rId266"/>
          <a:stretch>
            <a:fillRect/>
          </a:stretch>
        </p:blipFill>
        <p:spPr>
          <a:xfrm>
            <a:off x="0" y="127000"/>
            <a:ext cx="23749000" cy="16548100"/>
          </a:xfrm>
          <a:prstGeom prst="rect">
            <a:avLst/>
          </a:prstGeom>
        </p:spPr>
      </p:pic>
      <p:sp>
        <p:nvSpPr>
          <p:cNvPr name="TextBox 266" id="2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K6GCdfaCqfgLzDrXduSbHfF3Q8hmKX26kcnHAcVbCXoK9hRpldyd4jpbBcA8zCNaqAsm+pEyFnZfpHT2stUFy/jqCiRPPBnOtUxOHxUuiZpS3dLSwm5yY+VqqOKE8N2DDBVQfuHMcsBHZ8sjKTBUT0SMJt9+uDYSju0AKVegSnntKKvVHBkcMcE3b4QyVjrkKRoC10RoSzn0de9h3ukN8N5a1SXgOEG24aMDeX9k55c/35/vz/Wee8f/563M8Pt+f77++9x+4K/NN6BGO/TNCj3DsH7g0w/45kUd+8w7OXyzwCCdyMidKIv1Jy/5yOfzHKzi/9t1vXclhWQ4ggUdQAoiHMvjy0LeXdH6t2M9LO/9DLu38WWFH2F/U8xl15E+NOpJIqZTxIJU5lq46OaZKCblM5PNCiEEaf94N+sue2P7rjlPytr3UsEm8+N3XMBMSNYrs2yx9Cb6BxHdAkJ/ibVAzKvE8tXXfxKmQRRFx8te4IxwvSizifxlDRJIQ/cd/LVZ+hxD5IRbKO/AFz4o/i+lBmyOyUPq2DhaKMvwhtokABEQdyS/q4CVJANJHnBKZR5IoflRIGweEH+NtfPmL</a:t>
            </a:r>
          </a:p>
        </p:txBody>
      </p:sp>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8" id="268"/>
          <p:cNvPicPr>
            <a:picLocks noChangeAspect="true"/>
          </p:cNvPicPr>
          <p:nvPr/>
        </p:nvPicPr>
        <p:blipFill>
          <a:blip r:embed="rId268"/>
          <a:stretch>
            <a:fillRect/>
          </a:stretch>
        </p:blipFill>
        <p:spPr>
          <a:xfrm>
            <a:off x="0" y="127000"/>
            <a:ext cx="23749000" cy="16548100"/>
          </a:xfrm>
          <a:prstGeom prst="rect">
            <a:avLst/>
          </a:prstGeom>
        </p:spPr>
      </p:pic>
      <p:sp>
        <p:nvSpPr>
          <p:cNvPr name="TextBox 268" id="2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FvAo29jekBeEFj+I/AIS22/CKU/EKfkLY44CfLffYwbghyt7yNWB5IRpC7vZ/UBRAvmvvtlDBEB0LH4OrIc1TKB+2WcEpZ/O8SvMUTeg0+bCL+WKMkIAE78WQwRiGQO/DwWypc/ygDI8kegE0BVlhbwy3HjORH90A9qDXgRfbRJkGUJcuhn/eChgAT4i/kXJBbw7zglXyKICSxVAO6/KE4JEtIEQhklPDVhCOQok6kOJECijeA5If8bvB9CXdufdBGR+7wN8nkb5DNKyX9y1Ie/cCSFfxcn/Iyj8EnJ/uOU7JMq/bngAlA1FCDKE4lNRDnLklxIU07M5Cyl8DKRfhVc/BEX/6fezf896PRrffrSmf+w66Q6Qh2imb3d47/+ZO0ljpW5DGSIYmox5fhEEJEgJxSE8wjBryFwf2KUb/jFimwmZO9oEwBKfEzxL8XxBSiK+FvhJM0oqhYzKY+RmPMoTikMl2WUIcShhC2+Ec5ilivSgtIBORFZxCacJKdxLsYczDk2Y78RlmIxz+KUz+WUzhYvJiJlMlKeZyClYDD/VlhMBQlKIE5zThZZgU8gbYAkJSlkuQRK3w</a:t>
            </a:r>
          </a:p>
        </p:txBody>
      </p:sp>
    </p:spTree>
  </p:cSld>
  <p:clrMapOvr>
    <a:masterClrMapping/>
  </p:clrMapOvr>
</p:sld>
</file>

<file path=ppt/slides/slide1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0" id="270"/>
          <p:cNvPicPr>
            <a:picLocks noChangeAspect="true"/>
          </p:cNvPicPr>
          <p:nvPr/>
        </p:nvPicPr>
        <p:blipFill>
          <a:blip r:embed="rId270"/>
          <a:stretch>
            <a:fillRect/>
          </a:stretch>
        </p:blipFill>
        <p:spPr>
          <a:xfrm>
            <a:off x="0" y="127000"/>
            <a:ext cx="23749000" cy="16548100"/>
          </a:xfrm>
          <a:prstGeom prst="rect">
            <a:avLst/>
          </a:prstGeom>
        </p:spPr>
      </p:pic>
      <p:sp>
        <p:nvSpPr>
          <p:cNvPr name="TextBox 270" id="2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qzFGjHcQrYgudFQHvLppzEC3kmoSKPE+HbDrICpM2gRkKmvKgQIUvFoZTESQoSiee+FY7jRBTjhCJ0yh4AiOVMTJBMu53RLrLflvyb8UK/afNvBfD7Rvi34oX8XPg3r2R/0+bf2m34puTfAvM/F/7Nxfm7f/5Af3XaUsD3q/jvB4j2XkcfQh/ivwBlf/f9j0vt/72//rsfHy3a+Hz/Cj/po/371+9TusReufbxcfUh8fvVqTdqeOiDP5TxPV2u1Eirb7z99z8IfZ++pb609+2q/4GW8gZLf3/LX9+V9GH2n+mP//vTSv7+lj/Orwv9K8P8AwWwb7mvX/68JvpRv+XvX5eTSSv74el/LX9HK3g/09V9m+YaNZd/cFD+99tc/t13zHe/ePzrRwpWqXlN80P5uvz9j6V9X5Rt90PdX3pKH/jp258A7r/9OEzfFPTN2P0Wnv3/ieFYIA==&lt;/script&gt; &lt;treescope-run-here&gt;&lt;script type=\"application/octet-stream\"&gt; const root = ( Array.from(document.getElementsByClassName( \"treescope_out_bcf22bca6b9d4df4b70d1</a:t>
            </a:r>
          </a:p>
        </p:txBody>
      </p:sp>
    </p:spTree>
  </p:cSld>
  <p:clrMapOvr>
    <a:masterClrMapping/>
  </p:clrMapOvr>
</p:sld>
</file>

<file path=ppt/slides/slide1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2" id="272"/>
          <p:cNvPicPr>
            <a:picLocks noChangeAspect="true"/>
          </p:cNvPicPr>
          <p:nvPr/>
        </p:nvPicPr>
        <p:blipFill>
          <a:blip r:embed="rId272"/>
          <a:stretch>
            <a:fillRect/>
          </a:stretch>
        </p:blipFill>
        <p:spPr>
          <a:xfrm>
            <a:off x="0" y="127000"/>
            <a:ext cx="23749000" cy="16548100"/>
          </a:xfrm>
          <a:prstGeom prst="rect">
            <a:avLst/>
          </a:prstGeom>
        </p:spPr>
      </p:pic>
      <p:sp>
        <p:nvSpPr>
          <p:cNvPr name="TextBox 272" id="2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d07f9f1f4e4\")) .filter((elt) =&gt; !elt.dataset['step1']) )[0]; root.dataset['step1'] = 1; root.defns.insertContent( this.parentNode.querySelector('script[type=\"application/octet-stream\"]'), true ); this.parentNode.remove(); &lt;/script&gt;&lt;/treescope-run-here&gt; &lt;/div&gt;"</a:t>
            </a:r>
          </a:p>
          <a:p>
            <a:r>
              <a:rPr lang="en-US" sz="3700">
                <a:solidFill>
                  <a:srgbClr val="252525"/>
                </a:solidFill>
              </a:rPr>
              <a:t>      ],</a:t>
            </a:r>
          </a:p>
          <a:p>
            <a:r>
              <a:rPr lang="en-US" sz="3700">
                <a:solidFill>
                  <a:srgbClr val="252525"/>
                </a:solidFill>
              </a:rPr>
              <a:t>      "text/plain": [</a:t>
            </a:r>
          </a:p>
          <a:p>
            <a:r>
              <a:rPr lang="en-US" sz="3700">
                <a:solidFill>
                  <a:srgbClr val="252525"/>
                </a:solidFill>
              </a:rPr>
              <a:t>       "&lt;IPython.core.display.HTML object&gt;"</a:t>
            </a:r>
          </a:p>
          <a:p>
            <a:r>
              <a:rPr lang="en-US" sz="3700">
                <a:solidFill>
                  <a:srgbClr val="252525"/>
                </a:solidFill>
              </a:rPr>
              <a:t>      ]</a:t>
            </a:r>
          </a:p>
          <a:p>
            <a:r>
              <a:rPr lang="en-US" sz="3700">
                <a:solidFill>
                  <a:srgbClr val="252525"/>
                </a:solidFill>
              </a:rPr>
              <a:t>     },</a:t>
            </a:r>
          </a:p>
          <a:p>
            <a:r>
              <a:rPr lang="en-US" sz="3700">
                <a:solidFill>
                  <a:srgbClr val="252525"/>
                </a:solidFill>
              </a:rPr>
              <a:t>     "metadata": {},</a:t>
            </a:r>
          </a:p>
          <a:p>
            <a:r>
              <a:rPr lang="en-US" sz="3700">
                <a:solidFill>
                  <a:srgbClr val="252525"/>
                </a:solidFill>
              </a:rPr>
              <a:t>     "output_type": "display_data"</a:t>
            </a:r>
          </a:p>
          <a:p>
            <a:r>
              <a:rPr lang="en-US" sz="3700">
                <a:solidFill>
                  <a:srgbClr val="252525"/>
                </a:solidFill>
              </a:rPr>
              <a:t>    }</a:t>
            </a:r>
          </a:p>
          <a:p>
            <a:r>
              <a:rPr lang="en-US" sz="3700">
                <a:solidFill>
                  <a:srgbClr val="252525"/>
                </a:solidFill>
              </a:rPr>
              <a:t>   ],</a:t>
            </a:r>
          </a:p>
          <a:p>
            <a:r>
              <a:rPr lang="en-US" sz="3700">
                <a:solidFill>
                  <a:srgbClr val="252525"/>
                </a:solidFill>
              </a:rPr>
              <a:t>   "source": [</a:t>
            </a:r>
          </a:p>
          <a:p>
            <a:r>
              <a:rPr lang="en-US" sz="3700">
                <a:solidFill>
                  <a:srgbClr val="252525"/>
                </a:solidFill>
              </a:rPr>
              <a:t>    "from flax import nnx  # The Flax NNX API.\n",</a:t>
            </a:r>
          </a:p>
          <a:p>
            <a:r>
              <a:rPr lang="en-US" sz="3700">
                <a:solidFill>
                  <a:srgbClr val="252525"/>
                </a:solidFill>
              </a:rPr>
              <a:t>    "from functools import partial\n",</a:t>
            </a:r>
          </a:p>
        </p:txBody>
      </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4" id="274"/>
          <p:cNvPicPr>
            <a:picLocks noChangeAspect="true"/>
          </p:cNvPicPr>
          <p:nvPr/>
        </p:nvPicPr>
        <p:blipFill>
          <a:blip r:embed="rId274"/>
          <a:stretch>
            <a:fillRect/>
          </a:stretch>
        </p:blipFill>
        <p:spPr>
          <a:xfrm>
            <a:off x="0" y="127000"/>
            <a:ext cx="23749000" cy="16548100"/>
          </a:xfrm>
          <a:prstGeom prst="rect">
            <a:avLst/>
          </a:prstGeom>
        </p:spPr>
      </p:pic>
      <p:sp>
        <p:nvSpPr>
          <p:cNvPr name="TextBox 274" id="2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"\n",</a:t>
            </a:r>
          </a:p>
          <a:p>
            <a:r>
              <a:rPr lang="en-US" sz="3700">
                <a:solidFill>
                  <a:srgbClr val="252525"/>
                </a:solidFill>
              </a:rPr>
              <a:t>    "class CNN(nnx.Module):\n",</a:t>
            </a:r>
          </a:p>
          <a:p>
            <a:r>
              <a:rPr lang="en-US" sz="3700">
                <a:solidFill>
                  <a:srgbClr val="252525"/>
                </a:solidFill>
              </a:rPr>
              <a:t>    "  \"\"\"A simple CNN model.\"\"\"\n",</a:t>
            </a:r>
          </a:p>
          <a:p>
            <a:r>
              <a:rPr lang="en-US" sz="3700">
                <a:solidFill>
                  <a:srgbClr val="252525"/>
                </a:solidFill>
              </a:rPr>
              <a:t>    "\n",</a:t>
            </a:r>
          </a:p>
          <a:p>
            <a:r>
              <a:rPr lang="en-US" sz="3700">
                <a:solidFill>
                  <a:srgbClr val="252525"/>
                </a:solidFill>
              </a:rPr>
              <a:t>    "  def __init__(self, *, rngs: nnx.Rngs):\n",</a:t>
            </a:r>
          </a:p>
          <a:p>
            <a:r>
              <a:rPr lang="en-US" sz="3700">
                <a:solidFill>
                  <a:srgbClr val="252525"/>
                </a:solidFill>
              </a:rPr>
              <a:t>    "    self.conv1 = nnx.Conv(1, 32, kernel_size=(3, 3), rngs=rngs)\n",</a:t>
            </a:r>
          </a:p>
          <a:p>
            <a:r>
              <a:rPr lang="en-US" sz="3700">
                <a:solidFill>
                  <a:srgbClr val="252525"/>
                </a:solidFill>
              </a:rPr>
              <a:t>    "    self.conv2 = nnx.Conv(32, 64, kernel_size=(3, 3), rngs=rngs)\n",</a:t>
            </a:r>
          </a:p>
          <a:p>
            <a:r>
              <a:rPr lang="en-US" sz="3700">
                <a:solidFill>
                  <a:srgbClr val="252525"/>
                </a:solidFill>
              </a:rPr>
              <a:t>    "    self.avg_pool = partial(nnx.avg_pool, window_shape=(2, 2), strides=(2, 2))\n",</a:t>
            </a:r>
          </a:p>
          <a:p>
            <a:r>
              <a:rPr lang="en-US" sz="3700">
                <a:solidFill>
                  <a:srgbClr val="252525"/>
                </a:solidFill>
              </a:rPr>
              <a:t>    "    self.linear1 = nnx.Linear(3136, 256, rngs=rngs)\n",</a:t>
            </a:r>
          </a:p>
          <a:p>
            <a:r>
              <a:rPr lang="en-US" sz="3700">
                <a:solidFill>
                  <a:srgbClr val="252525"/>
                </a:solidFill>
              </a:rPr>
              <a:t>    "    self.linear2 = nnx.Linear(256, 10, rngs=rngs)\n",</a:t>
            </a:r>
          </a:p>
          <a:p>
            <a:r>
              <a:rPr lang="en-US" sz="3700">
                <a:solidFill>
                  <a:srgbClr val="252525"/>
                </a:solidFill>
              </a:rPr>
              <a:t>    "\n",</a:t>
            </a:r>
          </a:p>
          <a:p>
            <a:r>
              <a:rPr lang="en-US" sz="3700">
                <a:solidFill>
                  <a:srgbClr val="252525"/>
                </a:solidFill>
              </a:rPr>
              <a:t>    "  def __call__(self, x):\n",</a:t>
            </a:r>
          </a:p>
          <a:p>
            <a:r>
              <a:rPr lang="en-US" sz="3700">
                <a:solidFill>
                  <a:srgbClr val="252525"/>
                </a:solidFill>
              </a:rPr>
              <a:t>    "    x = self.avg_pool(nnx.relu(self.conv1(x)))\n",</a:t>
            </a:r>
          </a:p>
          <a:p>
            <a:r>
              <a:rPr lang="en-US" sz="3700">
                <a:solidFill>
                  <a:srgbClr val="252525"/>
                </a:solidFill>
              </a:rPr>
              <a:t>    "    x = self.avg_pool(nnx.relu(self.conv2(x)))\n",</a:t>
            </a:r>
          </a:p>
        </p:txBody>
      </p:sp>
    </p:spTree>
  </p:cSld>
  <p:clrMapOvr>
    <a:masterClrMapping/>
  </p:clrMapOvr>
</p:sld>
</file>

<file path=ppt/slides/slide1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6" id="276"/>
          <p:cNvPicPr>
            <a:picLocks noChangeAspect="true"/>
          </p:cNvPicPr>
          <p:nvPr/>
        </p:nvPicPr>
        <p:blipFill>
          <a:blip r:embed="rId276"/>
          <a:stretch>
            <a:fillRect/>
          </a:stretch>
        </p:blipFill>
        <p:spPr>
          <a:xfrm>
            <a:off x="0" y="127000"/>
            <a:ext cx="23749000" cy="16548100"/>
          </a:xfrm>
          <a:prstGeom prst="rect">
            <a:avLst/>
          </a:prstGeom>
        </p:spPr>
      </p:pic>
      <p:sp>
        <p:nvSpPr>
          <p:cNvPr name="TextBox 276" id="2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    x = x.reshape(x.shape[0], -1)  # flatten\n",</a:t>
            </a:r>
          </a:p>
          <a:p>
            <a:r>
              <a:rPr lang="en-US" sz="3700">
                <a:solidFill>
                  <a:srgbClr val="252525"/>
                </a:solidFill>
              </a:rPr>
              <a:t>    "    x = nnx.relu(self.linear1(x))\n",</a:t>
            </a:r>
          </a:p>
          <a:p>
            <a:r>
              <a:rPr lang="en-US" sz="3700">
                <a:solidFill>
                  <a:srgbClr val="252525"/>
                </a:solidFill>
              </a:rPr>
              <a:t>    "    x = self.linear2(x)\n",</a:t>
            </a:r>
          </a:p>
          <a:p>
            <a:r>
              <a:rPr lang="en-US" sz="3700">
                <a:solidFill>
                  <a:srgbClr val="252525"/>
                </a:solidFill>
              </a:rPr>
              <a:t>    "    return x\n",</a:t>
            </a:r>
          </a:p>
          <a:p>
            <a:r>
              <a:rPr lang="en-US" sz="3700">
                <a:solidFill>
                  <a:srgbClr val="252525"/>
                </a:solidFill>
              </a:rPr>
              <a:t>    "\n",</a:t>
            </a:r>
          </a:p>
          <a:p>
            <a:r>
              <a:rPr lang="en-US" sz="3700">
                <a:solidFill>
                  <a:srgbClr val="252525"/>
                </a:solidFill>
              </a:rPr>
              <a:t>    "# Instantiate the model.\n",</a:t>
            </a:r>
          </a:p>
          <a:p>
            <a:r>
              <a:rPr lang="en-US" sz="3700">
                <a:solidFill>
                  <a:srgbClr val="252525"/>
                </a:solidFill>
              </a:rPr>
              <a:t>    "model = CNN(rngs=nnx.Rngs(0))\n",</a:t>
            </a:r>
          </a:p>
          <a:p>
            <a:r>
              <a:rPr lang="en-US" sz="3700">
                <a:solidFill>
                  <a:srgbClr val="252525"/>
                </a:solidFill>
              </a:rPr>
              <a:t>    "# Visualize it.\n",</a:t>
            </a:r>
          </a:p>
          <a:p>
            <a:r>
              <a:rPr lang="en-US" sz="3700">
                <a:solidFill>
                  <a:srgbClr val="252525"/>
                </a:solidFill>
              </a:rPr>
              <a:t>    "nnx.display(model)"</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"markdown",</a:t>
            </a:r>
          </a:p>
          <a:p>
            <a:r>
              <a:rPr lang="en-US" sz="3700">
                <a:solidFill>
                  <a:srgbClr val="252525"/>
                </a:solidFill>
              </a:rPr>
              <a:t>   "id": "7",</a:t>
            </a:r>
          </a:p>
          <a:p>
            <a:r>
              <a:rPr lang="en-US" sz="3700">
                <a:solidFill>
                  <a:srgbClr val="252525"/>
                </a:solidFill>
              </a:rPr>
              <a:t>   "metadata": {},</a:t>
            </a:r>
          </a:p>
          <a:p>
            <a:r>
              <a:rPr lang="en-US" sz="3700">
                <a:solidFill>
                  <a:srgbClr val="252525"/>
                </a:solidFill>
              </a:rPr>
              <a:t>   "source": [</a:t>
            </a:r>
          </a:p>
          <a:p>
            <a:r>
              <a:rPr lang="en-US" sz="3700">
                <a:solidFill>
                  <a:srgbClr val="252525"/>
                </a:solidFill>
              </a:rPr>
              <a:t>    "### Run the model\n",</a:t>
            </a:r>
          </a:p>
          <a:p>
            <a:r>
              <a:rPr lang="en-US" sz="3700">
                <a:solidFill>
                  <a:srgbClr val="252525"/>
                </a:solidFill>
              </a:rPr>
              <a:t>    "\n",</a:t>
            </a:r>
          </a:p>
          <a:p>
            <a:r>
              <a:rPr lang="en-US" sz="3700">
                <a:solidFill>
                  <a:srgbClr val="252525"/>
                </a:solidFill>
              </a:rPr>
              <a:t>    "Let's put the CNN model to the test!  Here, you’ll perform a forward pass with </a:t>
            </a:r>
          </a:p>
        </p:txBody>
      </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8" id="278"/>
          <p:cNvPicPr>
            <a:picLocks noChangeAspect="true"/>
          </p:cNvPicPr>
          <p:nvPr/>
        </p:nvPicPr>
        <p:blipFill>
          <a:blip r:embed="rId278"/>
          <a:stretch>
            <a:fillRect/>
          </a:stretch>
        </p:blipFill>
        <p:spPr>
          <a:xfrm>
            <a:off x="0" y="127000"/>
            <a:ext cx="23749000" cy="16548100"/>
          </a:xfrm>
          <a:prstGeom prst="rect">
            <a:avLst/>
          </a:prstGeom>
        </p:spPr>
      </p:pic>
      <p:sp>
        <p:nvSpPr>
          <p:cNvPr name="TextBox 278" id="2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arbitrary data and print the results."</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"code",</a:t>
            </a:r>
          </a:p>
          <a:p>
            <a:r>
              <a:rPr lang="en-US" sz="3700">
                <a:solidFill>
                  <a:srgbClr val="252525"/>
                </a:solidFill>
              </a:rPr>
              <a:t>   "execution_count": 4,</a:t>
            </a:r>
          </a:p>
          <a:p>
            <a:r>
              <a:rPr lang="en-US" sz="3700">
                <a:solidFill>
                  <a:srgbClr val="252525"/>
                </a:solidFill>
              </a:rPr>
              <a:t>   "id": "8",</a:t>
            </a:r>
          </a:p>
          <a:p>
            <a:r>
              <a:rPr lang="en-US" sz="3700">
                <a:solidFill>
                  <a:srgbClr val="252525"/>
                </a:solidFill>
              </a:rPr>
              <a:t>   "metadata": {</a:t>
            </a:r>
          </a:p>
          <a:p>
            <a:r>
              <a:rPr lang="en-US" sz="3700">
                <a:solidFill>
                  <a:srgbClr val="252525"/>
                </a:solidFill>
              </a:rPr>
              <a:t>    "outputId": "2c580f41-bf5d-40ec-f1cf-ab7f319a84da"</a:t>
            </a:r>
          </a:p>
          <a:p>
            <a:r>
              <a:rPr lang="en-US" sz="3700">
                <a:solidFill>
                  <a:srgbClr val="252525"/>
                </a:solidFill>
              </a:rPr>
              <a:t>   },</a:t>
            </a:r>
          </a:p>
          <a:p>
            <a:r>
              <a:rPr lang="en-US" sz="3700">
                <a:solidFill>
                  <a:srgbClr val="252525"/>
                </a:solidFill>
              </a:rPr>
              <a:t>   "outputs": [</a:t>
            </a:r>
          </a:p>
          <a:p>
            <a:r>
              <a:rPr lang="en-US" sz="3700">
                <a:solidFill>
                  <a:srgbClr val="252525"/>
                </a:solidFill>
              </a:rPr>
              <a:t>    {</a:t>
            </a:r>
          </a:p>
          <a:p>
            <a:r>
              <a:rPr lang="en-US" sz="3700">
                <a:solidFill>
                  <a:srgbClr val="252525"/>
                </a:solidFill>
              </a:rPr>
              <a:t>     "data": {</a:t>
            </a:r>
          </a:p>
          <a:p>
            <a:r>
              <a:rPr lang="en-US" sz="3700">
                <a:solidFill>
                  <a:srgbClr val="252525"/>
                </a:solidFill>
              </a:rPr>
              <a:t>      "text/plain": [</a:t>
            </a:r>
          </a:p>
          <a:p>
            <a:r>
              <a:rPr lang="en-US" sz="3700">
                <a:solidFill>
                  <a:srgbClr val="252525"/>
                </a:solidFill>
              </a:rPr>
              <a:t>       "Array([[-0.06820839, -0.14743432,  0.00265857, -0.2173656 ,  0.16673787,\n",</a:t>
            </a:r>
          </a:p>
          <a:p>
            <a:r>
              <a:rPr lang="en-US" sz="3700">
                <a:solidFill>
                  <a:srgbClr val="252525"/>
                </a:solidFill>
              </a:rPr>
              <a:t>       "        -0.00923921, -0.06636689,  0.28341877,  0.33754364, -0.20142877]],      dtype=float32)"</a:t>
            </a:r>
          </a:p>
          <a:p>
            <a:r>
              <a:rPr lang="en-US" sz="3700">
                <a:solidFill>
                  <a:srgbClr val="252525"/>
                </a:solidFill>
              </a:rPr>
              <a:t>      ]</a:t>
            </a:r>
          </a:p>
        </p:txBody>
      </p:sp>
    </p:spTree>
  </p:cSld>
  <p:clrMapOvr>
    <a:masterClrMapping/>
  </p:clrMapOvr>
</p:sld>
</file>

<file path=ppt/slides/slide1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0" id="280"/>
          <p:cNvPicPr>
            <a:picLocks noChangeAspect="true"/>
          </p:cNvPicPr>
          <p:nvPr/>
        </p:nvPicPr>
        <p:blipFill>
          <a:blip r:embed="rId280"/>
          <a:stretch>
            <a:fillRect/>
          </a:stretch>
        </p:blipFill>
        <p:spPr>
          <a:xfrm>
            <a:off x="0" y="127000"/>
            <a:ext cx="23749000" cy="16548100"/>
          </a:xfrm>
          <a:prstGeom prst="rect">
            <a:avLst/>
          </a:prstGeom>
        </p:spPr>
      </p:pic>
      <p:sp>
        <p:nvSpPr>
          <p:cNvPr name="TextBox 280" id="2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"execution_count": 4,</a:t>
            </a:r>
          </a:p>
          <a:p>
            <a:r>
              <a:rPr lang="en-US" sz="3700">
                <a:solidFill>
                  <a:srgbClr val="252525"/>
                </a:solidFill>
              </a:rPr>
              <a:t>     "metadata": {},</a:t>
            </a:r>
          </a:p>
          <a:p>
            <a:r>
              <a:rPr lang="en-US" sz="3700">
                <a:solidFill>
                  <a:srgbClr val="252525"/>
                </a:solidFill>
              </a:rPr>
              <a:t>     "output_type": "execute_result"</a:t>
            </a:r>
          </a:p>
          <a:p>
            <a:r>
              <a:rPr lang="en-US" sz="3700">
                <a:solidFill>
                  <a:srgbClr val="252525"/>
                </a:solidFill>
              </a:rPr>
              <a:t>    }</a:t>
            </a:r>
          </a:p>
          <a:p>
            <a:r>
              <a:rPr lang="en-US" sz="3700">
                <a:solidFill>
                  <a:srgbClr val="252525"/>
                </a:solidFill>
              </a:rPr>
              <a:t>   ],</a:t>
            </a:r>
          </a:p>
          <a:p>
            <a:r>
              <a:rPr lang="en-US" sz="3700">
                <a:solidFill>
                  <a:srgbClr val="252525"/>
                </a:solidFill>
              </a:rPr>
              <a:t>   "source": [</a:t>
            </a:r>
          </a:p>
          <a:p>
            <a:r>
              <a:rPr lang="en-US" sz="3700">
                <a:solidFill>
                  <a:srgbClr val="252525"/>
                </a:solidFill>
              </a:rPr>
              <a:t>    "import jax.numpy as jnp  # JAX NumPy\n",</a:t>
            </a:r>
          </a:p>
          <a:p>
            <a:r>
              <a:rPr lang="en-US" sz="3700">
                <a:solidFill>
                  <a:srgbClr val="252525"/>
                </a:solidFill>
              </a:rPr>
              <a:t>    "\n",</a:t>
            </a:r>
          </a:p>
          <a:p>
            <a:r>
              <a:rPr lang="en-US" sz="3700">
                <a:solidFill>
                  <a:srgbClr val="252525"/>
                </a:solidFill>
              </a:rPr>
              <a:t>    "y = model(jnp.ones((1, 28, 28, 1)))\n",</a:t>
            </a:r>
          </a:p>
          <a:p>
            <a:r>
              <a:rPr lang="en-US" sz="3700">
                <a:solidFill>
                  <a:srgbClr val="252525"/>
                </a:solidFill>
              </a:rPr>
              <a:t>    "y"</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"markdown",</a:t>
            </a:r>
          </a:p>
          <a:p>
            <a:r>
              <a:rPr lang="en-US" sz="3700">
                <a:solidFill>
                  <a:srgbClr val="252525"/>
                </a:solidFill>
              </a:rPr>
              <a:t>   "id": "9",</a:t>
            </a:r>
          </a:p>
          <a:p>
            <a:r>
              <a:rPr lang="en-US" sz="3700">
                <a:solidFill>
                  <a:srgbClr val="252525"/>
                </a:solidFill>
              </a:rPr>
              <a:t>   "metadata": {},</a:t>
            </a:r>
          </a:p>
          <a:p>
            <a:r>
              <a:rPr lang="en-US" sz="3700">
                <a:solidFill>
                  <a:srgbClr val="252525"/>
                </a:solidFill>
              </a:rPr>
              <a:t>   "source": [</a:t>
            </a:r>
          </a:p>
          <a:p>
            <a:r>
              <a:rPr lang="en-US" sz="3700">
                <a:solidFill>
                  <a:srgbClr val="252525"/>
                </a:solidFill>
              </a:rPr>
              <a:t>    "## 4. Create the optimizer and define some metrics\n",</a:t>
            </a:r>
          </a:p>
        </p:txBody>
      </p:sp>
    </p:spTree>
  </p:cSld>
  <p:clrMapOvr>
    <a:masterClrMapping/>
  </p:clrMapOvr>
</p:sld>
</file>

<file path=ppt/slides/slide1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2" id="282"/>
          <p:cNvPicPr>
            <a:picLocks noChangeAspect="true"/>
          </p:cNvPicPr>
          <p:nvPr/>
        </p:nvPicPr>
        <p:blipFill>
          <a:blip r:embed="rId282"/>
          <a:stretch>
            <a:fillRect/>
          </a:stretch>
        </p:blipFill>
        <p:spPr>
          <a:xfrm>
            <a:off x="0" y="127000"/>
            <a:ext cx="23749000" cy="16548100"/>
          </a:xfrm>
          <a:prstGeom prst="rect">
            <a:avLst/>
          </a:prstGeom>
        </p:spPr>
      </p:pic>
      <p:sp>
        <p:nvSpPr>
          <p:cNvPr name="TextBox 282" id="2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"\n",</a:t>
            </a:r>
          </a:p>
          <a:p>
            <a:r>
              <a:rPr lang="en-US" sz="3700">
                <a:solidFill>
                  <a:srgbClr val="252525"/>
                </a:solidFill>
              </a:rPr>
              <a:t>    "In Flax NNX, you need to create an `nnx.Optimizer` object to manage the model's parameters and apply gradients during training. `nnx.Optimizer` receives the model's reference, so that it can update its parameters, and an [Optax](</a:t>
            </a:r>
            <a:r>
              <a:rPr lang="en-US" sz="3700">
                <a:solidFill>
                  <a:srgbClr val="252525"/>
                </a:solidFill>
              </a:rPr>
              <a:t>) optimizer to define the update rules. Additionally, you will define an `nnx.MultiMetric` object to keep track of the `Accuracy` and the `Average` loss."</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"cell_type": "code",</a:t>
            </a:r>
          </a:p>
          <a:p>
            <a:r>
              <a:rPr lang="en-US" sz="3700">
                <a:solidFill>
                  <a:srgbClr val="252525"/>
                </a:solidFill>
              </a:rPr>
              <a:t>   "execution_count": 5,</a:t>
            </a:r>
          </a:p>
          <a:p>
            <a:r>
              <a:rPr lang="en-US" sz="3700">
                <a:solidFill>
                  <a:srgbClr val="252525"/>
                </a:solidFill>
              </a:rPr>
              <a:t>   "id": "12",</a:t>
            </a:r>
          </a:p>
        </p:txBody>
      </p:sp>
      <p:pic>
        <p:nvPicPr>
          <p:cNvPr name="Picture 284" id="284">
            <a:hlinkClick r:id="rId285"/>
          </p:cNvPr>
          <p:cNvPicPr>
            <a:picLocks noChangeAspect="true"/>
          </p:cNvPicPr>
          <p:nvPr/>
        </p:nvPicPr>
        <p:blipFill>
          <a:blip r:embed="rId284"/>
          <a:stretch>
            <a:fillRect/>
          </a:stretch>
        </p:blipFill>
        <p:spPr>
          <a:xfrm>
            <a:off x="6451600" y="7874000"/>
            <a:ext cx="10820400" cy="1714500"/>
          </a:xfrm>
          <a:prstGeom prst="rect">
            <a:avLst/>
          </a:prstGeom>
        </p:spPr>
      </p:pic>
    </p:spTree>
  </p:cSld>
  <p:clrMapOvr>
    <a:masterClrMapping/>
  </p:clrMapOvr>
</p:sld>
</file>

<file path=ppt/slides/slide1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6" id="286"/>
          <p:cNvPicPr>
            <a:picLocks noChangeAspect="true"/>
          </p:cNvPicPr>
          <p:nvPr/>
        </p:nvPicPr>
        <p:blipFill>
          <a:blip r:embed="rId286"/>
          <a:stretch>
            <a:fillRect/>
          </a:stretch>
        </p:blipFill>
        <p:spPr>
          <a:xfrm>
            <a:off x="0" y="127000"/>
            <a:ext cx="23749000" cy="16548100"/>
          </a:xfrm>
          <a:prstGeom prst="rect">
            <a:avLst/>
          </a:prstGeom>
        </p:spPr>
      </p:pic>
      <p:sp>
        <p:nvSpPr>
          <p:cNvPr name="TextBox 286" id="2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"metadata": {},</a:t>
            </a:r>
          </a:p>
          <a:p>
            <a:r>
              <a:rPr lang="en-US" sz="3700">
                <a:solidFill>
                  <a:srgbClr val="252525"/>
                </a:solidFill>
              </a:rPr>
              <a:t>   "outputs": [</a:t>
            </a:r>
          </a:p>
          <a:p>
            <a:r>
              <a:rPr lang="en-US" sz="3700">
                <a:solidFill>
                  <a:srgbClr val="252525"/>
                </a:solidFill>
              </a:rPr>
              <a:t>    {</a:t>
            </a:r>
          </a:p>
          <a:p>
            <a:r>
              <a:rPr lang="en-US" sz="3700">
                <a:solidFill>
                  <a:srgbClr val="252525"/>
                </a:solidFill>
              </a:rPr>
              <a:t>     "data": {</a:t>
            </a:r>
          </a:p>
          <a:p>
            <a:r>
              <a:rPr lang="en-US" sz="3700">
                <a:solidFill>
                  <a:srgbClr val="252525"/>
                </a:solidFill>
              </a:rPr>
              <a:t>      "text/html": [</a:t>
            </a:r>
          </a:p>
          <a:p>
            <a:r>
              <a:rPr lang="en-US" sz="3700">
                <a:solidFill>
                  <a:srgbClr val="252525"/>
                </a:solidFill>
              </a:rPr>
              <a:t>       "&lt;script&gt; (()=&gt;{ if (customElements.get('treescope-container') === undefined) { class TreescopeContainer extends HTMLElement { constructor() { super(); this.attachShadow({mode: \"open\"}); this.defns = {}; this.state = {}; } } customElements.define(\"treescope-container\", TreescopeContainer); } if (customElements.get('treescope-run-here') === undefined) { class RunHere extends HTMLElement { constructor() { super() } connectedCallback() { const run = child =&gt; { const fn = new Function(child.textContent); child.textContent = \"\"; fn.call(this); </a:t>
            </a:r>
          </a:p>
        </p:txBody>
      </p:sp>
    </p:spTree>
  </p:cSld>
  <p:clrMapOvr>
    <a:masterClrMapping/>
  </p:clrMapOvr>
</p:sld>
</file>

<file path=ppt/slides/slide1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8" id="288"/>
          <p:cNvPicPr>
            <a:picLocks noChangeAspect="true"/>
          </p:cNvPicPr>
          <p:nvPr/>
        </p:nvPicPr>
        <p:blipFill>
          <a:blip r:embed="rId288"/>
          <a:stretch>
            <a:fillRect/>
          </a:stretch>
        </p:blipFill>
        <p:spPr>
          <a:xfrm>
            <a:off x="0" y="127000"/>
            <a:ext cx="23749000" cy="16548100"/>
          </a:xfrm>
          <a:prstGeom prst="rect">
            <a:avLst/>
          </a:prstGeom>
        </p:spPr>
      </p:pic>
      <p:sp>
        <p:nvSpPr>
          <p:cNvPr name="TextBox 288" id="2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this.remove(); }; const child = this.querySelector(\"script\"); if (child) { run(child); } else { new MutationObserver(()=&gt;{ run(this.querySelector(\"script\")); }).observe(this, {childList: true}); } } } customElements.define(\"treescope-run-here\", RunHere); } })(); &lt;/script&gt; &lt;treescope-container class=\"treescope_out_be06d96dcd0e44e189d7ae34bbd58ad1\" &gt;&lt;/treescope-container&gt; &lt;treescope-run-here&gt;&lt;script type=\"application/octet-stream\"&gt; const root = ( Array.from(document.getElementsByClassName( \"treescope_out_be06d96dcd0e44e189d7ae34bbd58ad1\")) .filter((elt) =&gt; !elt.dataset.setup) )[0]; root.dataset.setup = 1; const msg = document.createElement(\"span\"); </a:t>
            </a:r>
          </a:p>
        </p:txBody>
      </p:sp>
    </p:spTree>
  </p:cSld>
  <p:clrMapOvr>
    <a:masterClrMapping/>
  </p:clrMapOvr>
</p:sld>
</file>

<file path=ppt/slides/slide1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0" id="290"/>
          <p:cNvPicPr>
            <a:picLocks noChangeAspect="true"/>
          </p:cNvPicPr>
          <p:nvPr/>
        </p:nvPicPr>
        <p:blipFill>
          <a:blip r:embed="rId290"/>
          <a:stretch>
            <a:fillRect/>
          </a:stretch>
        </p:blipFill>
        <p:spPr>
          <a:xfrm>
            <a:off x="0" y="127000"/>
            <a:ext cx="23749000" cy="16548100"/>
          </a:xfrm>
          <a:prstGeom prst="rect">
            <a:avLst/>
          </a:prstGeom>
        </p:spPr>
      </p:pic>
      <p:sp>
        <p:nvSpPr>
          <p:cNvPr name="TextBox 290" id="2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msg.style = \"color: #cccccc; font-family: monospace;\"; msg.textContent = \"(Loading...)\"; root.state.loadingMsg = msg; root.shadowRoot.appendChild(msg); root.state.chain = new Promise((resolve, reject) =&gt; { const observer = new IntersectionObserver((entries) =&gt; { for (const entry of entries) { if (entry.isIntersecting) { resolve(); observer.disconnect(); return; } } }, {rootMargin: \"1000px\"}); window.setTimeout(() =&gt; { observer.observe(root); }, 0); }); root.state.deferring = false; const _insertNode = (node) =&gt; { for (let oldScript of node.querySelectorAll(\"script\")) { let newScript = document.createElement(\"script\"); newScript.type = oldScript.type; newScript.textContent = oldScript.textContent; </a:t>
            </a:r>
          </a:p>
        </p:txBody>
      </p:sp>
    </p:spTree>
  </p:cSld>
  <p:clrMapOvr>
    <a:masterClrMapping/>
  </p:clrMapOvr>
</p:sld>
</file>

<file path=ppt/slides/slide1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2" id="292"/>
          <p:cNvPicPr>
            <a:picLocks noChangeAspect="true"/>
          </p:cNvPicPr>
          <p:nvPr/>
        </p:nvPicPr>
        <p:blipFill>
          <a:blip r:embed="rId292"/>
          <a:stretch>
            <a:fillRect/>
          </a:stretch>
        </p:blipFill>
        <p:spPr>
          <a:xfrm>
            <a:off x="0" y="127000"/>
            <a:ext cx="23749000" cy="16548100"/>
          </a:xfrm>
          <a:prstGeom prst="rect">
            <a:avLst/>
          </a:prstGeom>
        </p:spPr>
      </p:pic>
      <p:sp>
        <p:nvSpPr>
          <p:cNvPr name="TextBox 292" id="2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oldScript.parentNode.replaceChild(newScript, oldScript); } if (root.state.loadingMsg) { root.state.loadingMsg.remove(); root.state.loadingMsg = null; } root.shadowRoot.appendChild(node); }; root.defns.insertContent = ((contentNode, compressed) =&gt; { if (compressed) { root.state.deferring = true; } if (root.state.deferring) { root.state.chain = (async () =&gt; { await root.state.chain; if (compressed) { const encoded = contentNode.textContent; const blob = new Blob([ Uint8Array.from(atob(encoded), (m) =&gt; m.codePointAt(0)) ]); const reader = blob.stream().pipeThrough( new DecompressionStream(\"deflate\") ).pipeThrough( new TextDecoderStream(\"utf-8\") ).getReader(); const parts = []; while (true) { const step = await reader.read(); if (step.done) { break; } </a:t>
            </a:r>
          </a:p>
        </p:txBody>
      </p:sp>
    </p:spTree>
  </p:cSld>
  <p:clrMapOvr>
    <a:masterClrMapping/>
  </p:clrMapOvr>
</p:sld>
</file>

<file path=ppt/slides/slide1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4" id="294"/>
          <p:cNvPicPr>
            <a:picLocks noChangeAspect="true"/>
          </p:cNvPicPr>
          <p:nvPr/>
        </p:nvPicPr>
        <p:blipFill>
          <a:blip r:embed="rId294"/>
          <a:stretch>
            <a:fillRect/>
          </a:stretch>
        </p:blipFill>
        <p:spPr>
          <a:xfrm>
            <a:off x="0" y="127000"/>
            <a:ext cx="23749000" cy="16548100"/>
          </a:xfrm>
          <a:prstGeom prst="rect">
            <a:avLst/>
          </a:prstGeom>
        </p:spPr>
      </p:pic>
      <p:sp>
        <p:nvSpPr>
          <p:cNvPr name="TextBox 294" id="2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parts.push(step.value); } const tpl = document.createElement('template'); tpl.innerHTML = parts.join(\"\"); _insertNode(tpl.content); } else { _insertNode(contentNode.content); } })(); } else { _insertNode(contentNode.content); } }); &lt;/script&gt;&lt;/treescope-run-here&gt;&lt;div style=\"display:none\"&gt; &lt;script type=\"application/octet-stream\" &gt;eNrtXQlz2ziy/itcTdWz/CLLAAhezsT15MRxMjNOJnFmMsdOeUEAlBhLpEJSPrKV//4A6rBkyTJ1kxKclA+qcXU3gP4ajeaPcXLX5MfVJOI8pmGbX0ZhmGj/1dph7Cd+GBxpEW+SxL/mzzUvDJIDj7T85t2R1gqDMG4TKp7fNPyEH6R/HGntSDxp+nFykFZ9kNy1xdMgDMRjl9CrehR2AnZAw2YYHXWLPtd6f7lNQSDq81nSONI8PxFkQcKD5LnWJoz5Qf2gyb3kSEO0IRsJ+EGD+/</a:t>
            </a:r>
          </a:p>
        </p:txBody>
      </p:sp>
    </p:spTree>
  </p:cSld>
  <p:clrMapOvr>
    <a:masterClrMapping/>
  </p:clrMapOvr>
</p:sld>
</file>

<file path=ppt/slides/slide1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6" id="296"/>
          <p:cNvPicPr>
            <a:picLocks noChangeAspect="true"/>
          </p:cNvPicPr>
          <p:nvPr/>
        </p:nvPicPr>
        <p:blipFill>
          <a:blip r:embed="rId296"/>
          <a:stretch>
            <a:fillRect/>
          </a:stretch>
        </p:blipFill>
        <p:spPr>
          <a:xfrm>
            <a:off x="0" y="127000"/>
            <a:ext cx="23749000" cy="16548100"/>
          </a:xfrm>
          <a:prstGeom prst="rect">
            <a:avLst/>
          </a:prstGeom>
        </p:spPr>
      </p:pic>
      <p:sp>
        <p:nvSpPr>
          <p:cNvPr name="TextBox 296" id="2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GeAKrhqwmSIgv+jwo1vvl4NqPfddv+onoOekk4YD2wA+SyA9inx7E/jfe/bTX3e8/HnbZ8+OAPQdRJxBtRuJZTCO/nWhyfC/2SLvd9CmRHDsMacLl6CNOWnvH5fL+i2PBUNFenGiMe0GsvdCShh9X6zz5KLj9LmS8vF9thHFSTT8XQ+OJdtnmgRxyjcpaZaG//5n0yRsSsCYXHwedZvN5t4Wq6OZFGAbiafkmjK72teE+hJ/FI/nRyOPEp/Jhm0deGLVIQHk1CG/K+6l8RQPlsU+0g26hHzUd7Yt6fE8rP+h1tcmDetLQXrzQgCSZ2vWIJ50oEHzXeDPm9x1rdALZs4dVxw3fS2T/UgL5y3fx75EWykKrAhbeVCP+tcPjpBb4rVRcryPS4uUuT/ZlHc/HGmp34kaXjc8njLHfxIvuMKaMMnsfZC+6gkzCer3ZnZWX6cwR2tqWdcknvJlUNH4tFLwnSdm79O/qFb+TTC9FJdmhHnGVNkkc/yImZ6/ecmlQ52VLqGGp3/j3fcFPof6pjh//eDhpAjD/WksrfFEaXT5KWkJcMVJ++6IESloYiM6IYQeCbpraTx5rWZbpj7Ikpl13wXLDJAlbcgk4CsKkXPXCJiOuKB2Iao8aJC4f</a:t>
            </a:r>
          </a:p>
        </p:txBody>
      </p:sp>
    </p:spTree>
  </p:cSld>
  <p:clrMapOvr>
    <a:masterClrMapping/>
  </p:clrMapOvr>
</p:sld>
</file>

<file path=ppt/slides/slide1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8" id="298"/>
          <p:cNvPicPr>
            <a:picLocks noChangeAspect="true"/>
          </p:cNvPicPr>
          <p:nvPr/>
        </p:nvPicPr>
        <p:blipFill>
          <a:blip r:embed="rId298"/>
          <a:stretch>
            <a:fillRect/>
          </a:stretch>
        </p:blipFill>
        <p:spPr>
          <a:xfrm>
            <a:off x="0" y="127000"/>
            <a:ext cx="23749000" cy="16548100"/>
          </a:xfrm>
          <a:prstGeom prst="rect">
            <a:avLst/>
          </a:prstGeom>
        </p:spPr>
      </p:pic>
      <p:sp>
        <p:nvSpPr>
          <p:cNvPr name="TextBox 298" id="2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4nLm8ejn1x220jLHNEGp1ec7e9r/yuZ1F9ikrB9pIEqNHhrfJGRz74dpIMTfz+fuE5+r6br2SVx3Yhfp3qcLm8/mDYiANwT0LDVEsMaoiDplxTCAxLS7XIjvObR/gT6UfLLmwYPLvltW6geZ0vj0GOtCvmK6cGGKID48rx7iqDTcnk0TODY0DDvCWK5CteH29ChAY0BAWeXUhT3BL29YnxLuSZR+eDAbYb0qvtI6LQresejrmRh+1aLw6bPplF21esp4u9ScXkkO9cW3eENwciRURJL/uvtnKnmHml+QsRWIQuP8P2RPVcowiTxCGrmx6LRu/7e+pBQO9ZS8R4duVws20Oc+4GmX5N1t7u/HkC5wfb2YaGwg7b8IJ0QKRumtJmq6XjLjERXMSd1sVoE46WXpKaDPsiikwv16Ud6mBoKR9rev5Hh0r1Ndm+00KOdNNfQSSlH2XAniqUA26Ewl3g0oV0/Xl6z6VRIGzpIl/34MR1fTqv3w0v4bTLeStWPLz0/ipPLMOguQuNTa9pUqiJDzqaJotIW7n5X4g+7KEfVIlFdGLjdbqQT+vuCrYmluH3ndsTSG</a:t>
            </a:r>
          </a:p>
        </p:txBody>
      </p:sp>
    </p:spTree>
  </p:cSld>
  <p:clrMapOvr>
    <a:masterClrMapping/>
  </p:clrMapOvr>
</p:sld>
</file>

<file path=ppt/slides/slide1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0" id="300"/>
          <p:cNvPicPr>
            <a:picLocks noChangeAspect="true"/>
          </p:cNvPicPr>
          <p:nvPr/>
        </p:nvPicPr>
        <p:blipFill>
          <a:blip r:embed="rId300"/>
          <a:stretch>
            <a:fillRect/>
          </a:stretch>
        </p:blipFill>
        <p:spPr>
          <a:xfrm>
            <a:off x="0" y="127000"/>
            <a:ext cx="23749000" cy="16548100"/>
          </a:xfrm>
          <a:prstGeom prst="rect">
            <a:avLst/>
          </a:prstGeom>
        </p:spPr>
      </p:pic>
      <p:sp>
        <p:nvSpPr>
          <p:cNvPr name="TextBox 300" id="3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cgO4/nqS0Ja30gEowUqCGycT/5hCz0gPQsXdOhFb4pKld3LXcsBlr7zuJHC/TXnZLip/tOzExDm64eyUARHflbQmToiH2F2HeB4ko7pOYswHs+IED+e/5uJp3S6e4AFQdufePjrI7PyaMYvJyd1+yekPiSyr2AcHYQXniJSO7R3+dntbmgzKjTQ6zvreBMZKQAxIIwaaW5/7wY9mINKcjEvS1Oa1Wg7HGBceE2XMQdpLZhjLogRCMz9m/RnuSNqn9y2+1wyghwVjdbhReCUtGPrlfjJ7m7lCxIX72xfy92qCNyxSvXsrZMWT7dScLqHZn7BBdJC3AIcKoaxEOKKVFKIbKLqkASyziQW/wo3BU9HKUcGmm2WAy9rbmkclPSZOWBWYWgE0YNKmNX40TIssP+ruynvQsqm5PmLCrhJpIs2pIHF87pBkICHTZjrjn34pKRiaenU48gfeItLRuSBQICVz2t4q+dD2PUKhPIGwLwDQmuHQ97DGp9+igJ8x7k/IoNf9JdFCPCPOF2MpQNxivV7RQzJE614DonUkble6caYtmxQqUPtJ6XB7rythSvTTGj4j8YKCZDwX9mGI+pBvY3V0Biqk9SrJ21QVV</a:t>
            </a:r>
          </a:p>
        </p:txBody>
      </p:sp>
    </p:spTree>
  </p:cSld>
  <p:clrMapOvr>
    <a:masterClrMapping/>
  </p:clrMapOvr>
</p:sld>
</file>

<file path=ppt/slides/slide1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2" id="302"/>
          <p:cNvPicPr>
            <a:picLocks noChangeAspect="true"/>
          </p:cNvPicPr>
          <p:nvPr/>
        </p:nvPicPr>
        <p:blipFill>
          <a:blip r:embed="rId302"/>
          <a:stretch>
            <a:fillRect/>
          </a:stretch>
        </p:blipFill>
        <p:spPr>
          <a:xfrm>
            <a:off x="0" y="127000"/>
            <a:ext cx="23749000" cy="16548100"/>
          </a:xfrm>
          <a:prstGeom prst="rect">
            <a:avLst/>
          </a:prstGeom>
        </p:spPr>
      </p:pic>
      <p:sp>
        <p:nvSpPr>
          <p:cNvPr name="TextBox 302" id="3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Bv7Wfq6Hl3u4oK0VxPRwQieTMchZNJsaP+rlaEYznCRXr2xoOL70gPQ48F90YPsZfvt9jFMWnJQZf/pQe/xGrl5j8JSDh7ISdWJewOEvCVG9/jAJhhQM5svT6n4f0eAYle+cqnKABSnE3+vihpX4qy4F/Ii/orUXSA62yRtYRg9DS5nZ/3jLXQhZdrGiNfiEZpl9GNSE72BjhJchtGQ120SWx4nX46oK9oD33x11GOnZezwQy4PRHEpyokuJAsXW+t4M3Z/RKjTBZml1UwsysLLLI09NahlHE5If7H2r1oUkbuqF4WtMgtpRzoQq9IAi6vXpNnhcXl/vxqHLV5OzTLpaZY/q11QJr3MGWFZaU/b1/YHfv24wXkinf/8Rnt5cXEhR3Mhn0lXfvphNeKpX+3iLqDl//xfDwpS3jcQZ4eFw464QB5mNHvPbnpLJpb+2TiiR1onapYlRjmSnx/ehJ6HnrsCBZm4woBzdl6vndTSr7cfarUw/e3k4434/uZ1rXZam/Z10qrV6lfhz+zt6cnLmz9rtU9/vvypdv725GXtdf327ZtfGkl8cu7zuv761R/ol7fmn9cX7Y7/67nxCf70x9uPv59ffz7/</a:t>
            </a:r>
          </a:p>
        </p:txBody>
      </p:sp>
    </p:spTree>
  </p:cSld>
  <p:clrMapOvr>
    <a:masterClrMapping/>
  </p:clrMapOvr>
</p:sld>
</file>

<file path=ppt/slides/slide1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4" id="304"/>
          <p:cNvPicPr>
            <a:picLocks noChangeAspect="true"/>
          </p:cNvPicPr>
          <p:nvPr/>
        </p:nvPicPr>
        <p:blipFill>
          <a:blip r:embed="rId304"/>
          <a:stretch>
            <a:fillRect/>
          </a:stretch>
        </p:blipFill>
        <p:spPr>
          <a:xfrm>
            <a:off x="0" y="127000"/>
            <a:ext cx="23749000" cy="16548100"/>
          </a:xfrm>
          <a:prstGeom prst="rect">
            <a:avLst/>
          </a:prstGeom>
        </p:spPr>
      </p:pic>
      <p:sp>
        <p:nvSpPr>
          <p:cNvPr name="TextBox 304" id="3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vx69/r1y2ef61ef/JNXoOG/+tD56ZSdfQFv3EPv+i1rf/3ZbHz97PsfOufBWeON91tS+808eRfh2uu3wdWpSX/rdIJnH42vNL66ufZeNw+/3tZPQ7vu/nRzZsM3tcOg9tH4JYp+gh+f1b+BjwzUfvJg/Z318ubsC6qD8K7z0bJap9C8efOH875eb/NPV3eYv3W/GdSN3p8lpFb/8PbdzSsS38UfOm/f/vH59PVN7dcP7bd/st8OD5/VrU/WH3oCvJ9//Vq7NkSdv9TeWbXzm1qr/u3jxbPOXxf89I9b5Jn02zv88c2d0Tmp/fzt5Ev7dVv333x4eQr+6vyKL6zAO/nl9M3r81bNf2Zfn6JGABvWM/f3mz++3LyJrl+d/fYy+OKdntaTZ+/pX82mZTgvf7o5sRsOPj8/u9DP/qrVW2+NLycfnOTTGX/jnJ6cvD3TX9Xxx8M/6Z1bOxMy/f3nw9qHM1Lj5y+btTffTt/X/0rq5smv9ffv3746ufI/GPz1yR8vT15TH7QbUdgOhG60/zp9Bb/</a:t>
            </a:r>
          </a:p>
        </p:txBody>
      </p:sp>
    </p:spTree>
  </p:cSld>
  <p:clrMapOvr>
    <a:masterClrMapping/>
  </p:clrMapOvr>
</p:sld>
</file>

<file path=ppt/slides/slide1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6" id="306"/>
          <p:cNvPicPr>
            <a:picLocks noChangeAspect="true"/>
          </p:cNvPicPr>
          <p:nvPr/>
        </p:nvPicPr>
        <p:blipFill>
          <a:blip r:embed="rId306"/>
          <a:stretch>
            <a:fillRect/>
          </a:stretch>
        </p:blipFill>
        <p:spPr>
          <a:xfrm>
            <a:off x="0" y="127000"/>
            <a:ext cx="23749000" cy="16548100"/>
          </a:xfrm>
          <a:prstGeom prst="rect">
            <a:avLst/>
          </a:prstGeom>
        </p:spPr>
      </p:pic>
      <p:sp>
        <p:nvSpPr>
          <p:cNvPr name="TextBox 306" id="3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qwvvpZc07n4O3jDyOn7jgXets9N35gmrff399zZJ4ou/WowR30HeNwf/5n/5arZbkfk+/PPlhR+dta5/OtMvPl/or08RPfngfXr2phm2z/Dr+MYg9a+m7f/FL94125+DkzdvOTuPeOfz17OXLfj5dXR1cXFrIPPz5/imJnq0r6UHeUl5L1XrPWmh/Ed8G8x+wsK2wGn3UzI9fqxWq1MoKt05+4+oa/oxTyM9D0vBeddvIOoW6hFQrdyF76OnlWIKfgrl9BVkPXgvn8VieZBVSH+FBPnkhviJFpBrv06SMKqKmttuSCJWvYn8hH/it0n5vi5pwHXruj8SExZVuTTkzJCHYaKVT36Lh52k3D8tHSsX8VZ4zceKfq9oCACQGq5i8RUgoZy65Sa3O+SxKN13Tjok+yuYPD8saT9or4nfFAtbEmqS+F/pyiaM+0BgaLEa+4JnnDDpcHk2zLvewd4TR3rSedM/0xv17D9EraXjH7v7+o9+0O70dppSupO74W1pYiW9TV982N3wRSfSwqPtju60peP/aSay24JiOt3Ihw88CqVjr0luq0FwK7ZegXyF5VwV+uu3/G88qvZr7/54339e/</a:t>
            </a:r>
          </a:p>
        </p:txBody>
      </p:sp>
    </p:spTree>
  </p:cSld>
  <p:clrMapOvr>
    <a:masterClrMapping/>
  </p:clrMapOvr>
</p:sld>
</file>

<file path=ppt/slides/slide1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8" id="308"/>
          <p:cNvPicPr>
            <a:picLocks noChangeAspect="true"/>
          </p:cNvPicPr>
          <p:nvPr/>
        </p:nvPicPr>
        <p:blipFill>
          <a:blip r:embed="rId308"/>
          <a:stretch>
            <a:fillRect/>
          </a:stretch>
        </p:blipFill>
        <p:spPr>
          <a:xfrm>
            <a:off x="0" y="127000"/>
            <a:ext cx="23749000" cy="16548100"/>
          </a:xfrm>
          <a:prstGeom prst="rect">
            <a:avLst/>
          </a:prstGeom>
        </p:spPr>
      </p:pic>
      <p:sp>
        <p:nvSpPr>
          <p:cNvPr name="TextBox 308" id="3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GwN8SxZvvm1oNWR87gSsdCWL+SiAjr3Ea4gg1bK+tVXTs/EVaOaCXddoVRrpWx1nv0OxG7mCs3J1gxsV1xoKmVzao5KHORiJ1uqMynMCHNIw1VsKVXdEtQO1VHUo+OaaSXY66q0rTPS8dCodovHleNRTQhtxqQ8nmiAuzduxn3tDB4KSf8i70ZV7z0UHt/Txv4QF+UqpLNJS21TV6UhtyjwrxJP5NO7YfuW/FZOrvF7tEQv/dYcDxF+LOpb0/PlqhMqUXZ0yafvSgNDlB1SzcJooAx4GGdGbYFiGkTRJDJmWXiB/VOOngtHX8RIk6nldbxg0RH5f3srKjMyK6VKkLX8p6mDl2K+ZVi0o/96dOwfj8Nuz8q4/QDYCb0J08MXc3MyjovSscS2DV7ej/oyZCT6EgLr5q0UQZVyzakNwfomm1UHQMaug1sw9EtQzvUYFUYFJMcZNK5UzpezSo9fb8eCc/oubm00QOW0jrW91FhvHz3rjx4ssZVPJXzY8qWfriJdfwRM2RK/WOnBqOu0tIU6jFSYchfwxl1H5lm1dY3qvb5VveBORME1e4p1QMrRuCG681NgWoq9Kk</a:t>
            </a:r>
          </a:p>
        </p:txBody>
      </p:sp>
    </p:spTree>
  </p:cSld>
  <p:clrMapOvr>
    <a:masterClrMapping/>
  </p:clrMapOvr>
</p:sld>
</file>

<file path=ppt/slides/slide1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0" id="310"/>
          <p:cNvPicPr>
            <a:picLocks noChangeAspect="true"/>
          </p:cNvPicPr>
          <p:nvPr/>
        </p:nvPicPr>
        <p:blipFill>
          <a:blip r:embed="rId310"/>
          <a:stretch>
            <a:fillRect/>
          </a:stretch>
        </p:blipFill>
        <p:spPr>
          <a:xfrm>
            <a:off x="0" y="127000"/>
            <a:ext cx="23749000" cy="16548100"/>
          </a:xfrm>
          <a:prstGeom prst="rect">
            <a:avLst/>
          </a:prstGeom>
        </p:spPr>
      </p:pic>
      <p:sp>
        <p:nvSpPr>
          <p:cNvPr name="TextBox 310" id="3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oUuywemgI6CVoZgKP69tKlzxKODNy7hB2nzVNnV5U1KvDo8ygwqM0C9HH2Y1SycoTDdksXSsF8vYeYyvf4N/ZhWFKLIO02gHeA9n5z3cNO/hlvAezc57tHG9R0UCrI/yUZ+d9fo/y4a0W6HF69tFM9pBj1g22+QnvO45Y5u++8C0Tu3HTZtX2VViEyY2sm1pW6MnbOtF3IdTpTviW3RdZHHHQoRhinXo2a4hsKVlAgihYzj2jL5FrxkS6VzUK5r4Dyvy+tvT02f8UH9iXwlnBrE4xsSD2HIgMYFhAKIjwjE3CF092p106jGZJXLCTWfLuM9wdQ7ZqfN8jRNzuu/2MfrlTNKHE1HMxN/9WCxx/re0Rq3hMzGjND/Q7mNLZJfmUtytZ+3u+co3s8/Ma3S4PomVybEGVZCMzqIIkm4T5oaOhLWBbC0HxoZpUerouulSxxGbOHEYozbSTZu4DBiEzGtsoMryjAxdBwyYJrQ8amFdd20KGUPcc3Xds6nrFcDIEOzYLeNCTq3s+989tTIscsbW3TYq1rOTzGtQ+MGlx0nSifgDu2JrfKNDI8wihiHy9Usj7CSZxDFwlxZQHsNjzCKQYfpNefku5c3M7T+</a:t>
            </a:r>
          </a:p>
        </p:txBody>
      </p:sp>
    </p:spTree>
  </p:cSld>
  <p:clrMapOvr>
    <a:masterClrMapping/>
  </p:clrMapOvr>
</p:sld>
</file>

<file path=ppt/slides/slide1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2" id="312"/>
          <p:cNvPicPr>
            <a:picLocks noChangeAspect="true"/>
          </p:cNvPicPr>
          <p:nvPr/>
        </p:nvPicPr>
        <p:blipFill>
          <a:blip r:embed="rId312"/>
          <a:stretch>
            <a:fillRect/>
          </a:stretch>
        </p:blipFill>
        <p:spPr>
          <a:xfrm>
            <a:off x="0" y="127000"/>
            <a:ext cx="23749000" cy="16548100"/>
          </a:xfrm>
          <a:prstGeom prst="rect">
            <a:avLst/>
          </a:prstGeom>
        </p:spPr>
      </p:pic>
      <p:sp>
        <p:nvSpPr>
          <p:cNvPr name="TextBox 312" id="3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IOcxe8qyNXh5UqkMOPZZbdETo4uC3uCI7kIZ+Y7VOc3m1xG5l3XZfoltrU2T290WaTQI12/BHoXeidJoJsbS9j/P9wi6/lF7fy0+1txBdIbbBaB9Eg3AQWEFXLJ/Gba1taigeFBZgMEwyU2ZoFuuVwejHKG/WNzkumhkkuZO6UtxtoJki2VzoSRZpHQhGLrl1In5pfjxyYjeRxLx5+iDi+uePpDzCKTPu36BdEi8dVUIbwLgwILQQ4viwAk3fqZz1KXxPZyPx1fFvanhJuwdiPSupwghXXc3picJbc0VYI/TBTz2EmuPKgSG1z7rn982zuvmnIPY+qp0xJcQd0sxN1ztPQDrYse7rva62P38fAhQ74gw0BjssGGAflKTmqKjL02zcgZlomIUz9+xMzfkqV6MMZM0ugTbwx4+YE/0awfXma8TpBmvtfSeJaA8kt5WU9euZefNkPxRyzXmaqsTCOJBm4Rxwh42AFD609xcZsc1wyYTZKv7Jj+ldiZZCYkweb0rqIOTS30tMPfYh7FhzTy48OIt8Pur4kQ16EMRzqsXvPg+rDpu4ftu6QRBnoVgsNYvuijLbSE1Hl8KHaQw8s4oodBcCiHIBPrfhOVVtt3ywjsmqBqxbIOHs/</a:t>
            </a:r>
          </a:p>
        </p:txBody>
      </p:sp>
    </p:spTree>
  </p:cSld>
  <p:clrMapOvr>
    <a:masterClrMapping/>
  </p:clrMapOvr>
</p:sld>
</file>

<file path=ppt/slides/slide1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4" id="314"/>
          <p:cNvPicPr>
            <a:picLocks noChangeAspect="true"/>
          </p:cNvPicPr>
          <p:nvPr/>
        </p:nvPicPr>
        <p:blipFill>
          <a:blip r:embed="rId314"/>
          <a:stretch>
            <a:fillRect/>
          </a:stretch>
        </p:blipFill>
        <p:spPr>
          <a:xfrm>
            <a:off x="0" y="127000"/>
            <a:ext cx="23749000" cy="16548100"/>
          </a:xfrm>
          <a:prstGeom prst="rect">
            <a:avLst/>
          </a:prstGeom>
        </p:spPr>
      </p:pic>
      <p:sp>
        <p:nvSpPr>
          <p:cNvPr name="TextBox 314" id="3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VspiRgTVEaaO8lI8CuOcWBWD6Z52qjefmcNci+ggr/bEQMOyBiOsd5YaxqYm6ZaYOeuW77wrnezAZZ0HPCI95x1nu7voyUDYUVZO4k/e1r1JfRwsgyawDDe3y+CkrmeZMZPKrW9xXLoFI+nlkMJmR/Z6psWxcCf8+ZD5YSZF6GfauH/fk/YgKX9p5qjJou9tK82qscg+hlSSl91L8oKeVke0wSQv0K5gx9TKFq4ClehluZKf8Yo6Uole1iCHTMGSSCV6WQnv4ey8h7lJNlJ05qPZmb/xTC8mLiaKQLNnekEq00uutlGV6SXn165R5hv4aIOZXqSBLa9fW3rVykW2F2AyQnTxxZGFPQQcQgzuGh7hTEBP01oo24uOKpqJl3cTm5kO9ijyTI4ppsAgnm2LnlMIdeIAAxYl3UuPL7t0JRvNmJQEqXwveWftLl/NXuduo/K95NzwyBY+jTaW78XEWhkZZh7yvVDOALEpQp7LsOeaLrUMonPLcbFB9bGxZDU3TLzEfC+usDBsVzd0YIteMYtQ23S4hwkGNnENnH8rQ7Jjt4yLWRKTIJXvJb9s3W2jYj07yYrzvRTZRTpTwhdUjIQvA69pAeUxW8IXpBK+r</a:t>
            </a:r>
          </a:p>
        </p:txBody>
      </p:sp>
    </p:spTree>
  </p:cSld>
  <p:clrMapOvr>
    <a:masterClrMapping/>
  </p:clrMapOvr>
</p:sld>
</file>

<file path=ppt/slides/slide1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6" id="316"/>
          <p:cNvPicPr>
            <a:picLocks noChangeAspect="true"/>
          </p:cNvPicPr>
          <p:nvPr/>
        </p:nvPicPr>
        <p:blipFill>
          <a:blip r:embed="rId316"/>
          <a:stretch>
            <a:fillRect/>
          </a:stretch>
        </p:blipFill>
        <p:spPr>
          <a:xfrm>
            <a:off x="0" y="127000"/>
            <a:ext cx="23749000" cy="16548100"/>
          </a:xfrm>
          <a:prstGeom prst="rect">
            <a:avLst/>
          </a:prstGeom>
        </p:spPr>
      </p:pic>
      <p:sp>
        <p:nvSpPr>
          <p:cNvPr name="TextBox 316" id="3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milTA1IJX1YuhRnPMFXCl2XxHc7Md5XwZaPLiEr4MkkSmRO+IJXwZS0CyZzwBamELytGA7MlfEEq4cs6945ZBKMSvqxNOnMlfEEq4cuaxJM94QtSCV9WJYRsCV+QSviyEu5nzOeAVMIXlfClCAlf0Gx5SpBK+JJjRqqELyMMzp7wBamEL8XAbdkSDSCV8EUlfFEJXzYXiJB5nqqEL4UMNFmnfFXCF5XwpXAJX9CcyT+QSvhS2IQveZG5SviSywwb8+5j5Lp+2Q7D5jRsmC6YgiaWXgVpiZRHltF+FX1EqBvI5ka6dFa0G7E4hze9DBplVNHQfkXrhy10/y5krEh/0NOF2qda2RI7EMSweLTQ/cJpH6F7lEATj1r082pLN3sNnDVBEBR/Odi0LEvHKkvQvFmCfkkfbjBPUE/601W+R7TBXEE20CvAQlpZryLtfM25gtS9tnWoYKZLjqO0m1BIG6CKDc0smrieW25ctwE0LeA53MEYCOmZlGPLAaahGw62571UD3VT7OSGuby7bgY1ILNNx+OYYE6pqwPHMxhzKLZdBpwC3KgfMGVXbryNTrgs17MmlVA333LK3l29AbeJPUddrc+9CfJ0qNow5SbMD3m1vgyfTJi5HtODUMulNqfY0wFmBrd1iF</a:t>
            </a:r>
          </a:p>
        </p:txBody>
      </p:sp>
    </p:spTree>
  </p:cSld>
  <p:clrMapOvr>
    <a:masterClrMapping/>
  </p:clrMapOvr>
</p:sld>
</file>

<file path=ppt/slides/slide1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18" id="318"/>
          <p:cNvPicPr>
            <a:picLocks noChangeAspect="true"/>
          </p:cNvPicPr>
          <p:nvPr/>
        </p:nvPicPr>
        <p:blipFill>
          <a:blip r:embed="rId318"/>
          <a:stretch>
            <a:fillRect/>
          </a:stretch>
        </p:blipFill>
        <p:spPr>
          <a:xfrm>
            <a:off x="0" y="127000"/>
            <a:ext cx="23749000" cy="16548100"/>
          </a:xfrm>
          <a:prstGeom prst="rect">
            <a:avLst/>
          </a:prstGeom>
        </p:spPr>
      </p:pic>
      <p:sp>
        <p:nvSpPr>
          <p:cNvPr name="TextBox 318" id="3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mAeTpHJjYmdP0EGNc5g17xJlFmOvohGFouo5lcii+AUd3ALEKYHWk/Ng1gyPrbfBxemVs5JC1u25orGtnWfV1ewGAiiyGzFfuJxTI76V7sUEUWSjZ791PKqHubaxEKNlubjykVtcHli+JDPHBI6TqCoG6QpDfKwR9Vc0c+z6hgLpGkENmqqsED1ic7TLBGLm6TpBrX3GGQNYJBdSVAnWlQF0pWLfDZYa5qq4VFNSptl4Zz41Sw6Qfrrt1CGnoosDQMPO2eg11bbCGGY4F87yGDfU5I/6/L7C2dQxC5KziDoBUqy2N/d+sfFW0f27jZBeL4UYqhnuHY7hRFt3c5PteUcWwgFYWSqev/XWvKn5qHRo4QzjdJt+LJhTR7Coiysdr0RyoQ+4YBsAOJtx1HGYw3XFdD3HqQb5AGJUGwfIiqahrUZ24wGCGiz3DJgRA17R06lKTmKwgkVSSJbsVTIVmDi9WL0QrBHt3O6hqvduNit7OvfWRNVxlcy9Hg8LswCAP70bTGXccm3nc4QBDyGwKDWJz20DU84QJMqfNAcESI7cJdG1oGDpyqIddD9uuq4t+U+AgDAArwBtYJTt2zdaYLbpYvR8t56zddRtjXZvKigO3Cx0ijGaN2y7Iy9IgKLJMZg3bRipse/</a:t>
            </a:r>
          </a:p>
        </p:txBody>
      </p:sp>
    </p:spTree>
  </p:cSld>
  <p:clrMapOvr>
    <a:masterClrMapping/>
  </p:clrMapOvr>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0" id="320"/>
          <p:cNvPicPr>
            <a:picLocks noChangeAspect="true"/>
          </p:cNvPicPr>
          <p:nvPr/>
        </p:nvPicPr>
        <p:blipFill>
          <a:blip r:embed="rId320"/>
          <a:stretch>
            <a:fillRect/>
          </a:stretch>
        </p:blipFill>
        <p:spPr>
          <a:xfrm>
            <a:off x="0" y="127000"/>
            <a:ext cx="23749000" cy="16548100"/>
          </a:xfrm>
          <a:prstGeom prst="rect">
            <a:avLst/>
          </a:prstGeom>
        </p:spPr>
      </p:pic>
      <p:sp>
        <p:nvSpPr>
          <p:cNvPr name="TextBox 320" id="3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CmSVsG6mw7RVKInM0psr8rsK2CxK2jWaNNFbZ3/POTBW2/YDFs4RtqyzwRXESZw4TVJngVdi2CtveqLtlhrmqwrYL6lJbr4xV2LYK214j8p8trBepsO0ihW1vSr55CdsunsBWHBir4ulnF81Ukaxin3+4/yS3K9rQtZSMs2zBOdO36bCdiNVULq1Vl8T8Ado4iwjzxaA+RSSIvTBqpYw6vU0iUovq8XojcZLbx0Sa3C5nT5vVwpjJL0IbxA8mOUMuvaBrd+hAN00AcAH9IcltdZq13ft4bZaHqS/J7kinx2HSV//4ULbrirEE9Uzejoca02mL4fPFdKZbxwOtQXZWa7WSI53pDmWK1nQJ1qc35gb1ph/xUrCJv4pFOfuEEoy+FAA74evaa9e75w2G9xiXBwSb2QEfZ7rmx5eeH8XJZRikZunqw5AzWzqDefnA3LmQ1xBP7mqMtC4kTzck67/BP0+KW9BsRuJU8DvZpmhzoQzddVnw1m9J/+gDrXjfTtKQ281pQzVlehad6FJuJO5cK+PVRZ2PBG07jmsCBk2LYo4x9hzsmjo2CLIAdQA1Zgws9wMZR71fQBfEuOSnh+4+Rr9cx8S</a:t>
            </a:r>
          </a:p>
        </p:txBody>
      </p:sp>
    </p:spTree>
  </p:cSld>
  <p:clrMapOvr>
    <a:masterClrMapping/>
  </p:clrMapOvr>
</p:sld>
</file>

<file path=ppt/slides/slide1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2" id="322"/>
          <p:cNvPicPr>
            <a:picLocks noChangeAspect="true"/>
          </p:cNvPicPr>
          <p:nvPr/>
        </p:nvPicPr>
        <p:blipFill>
          <a:blip r:embed="rId322"/>
          <a:stretch>
            <a:fillRect/>
          </a:stretch>
        </p:blipFill>
        <p:spPr>
          <a:xfrm>
            <a:off x="0" y="127000"/>
            <a:ext cx="23749000" cy="16548100"/>
          </a:xfrm>
          <a:prstGeom prst="rect">
            <a:avLst/>
          </a:prstGeom>
        </p:spPr>
      </p:pic>
      <p:sp>
        <p:nvSpPr>
          <p:cNvPr name="TextBox 322" id="3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xuxuZkJmt4RanW1alVP+jV8A6m7L/93cStzqZJJ6q5MDe6y7SMu3JgZ1IaA07Eu+LxJ2f+21d6StWG02Kq2/99IR7z1iUf3P104oIPVjhbof51OS8sxyLYKczd24Aevs9959wXIuFO3vvTTceT6F6xdeouLNZsbpSCtDZOfh/qDFkOsCB3ncpcLIcwiG2CTUsy0HYROZ8751Di3x/qDtQQMjz2aIethD0CaWa1BgEd1xgMftArxvDj19f3C5FtpmbhA+NeOmWc4ZJ223iiVO3a26Z1gUAcxseMdhJ6JiZhb8jsP8UYtZL+7n8HLExK6nnc3fLYkntX9IERebRkMVrXY1Gzt/QTjLAUz6TUjtcFhqWxcRVER576o/KGf2f/bN60mY2b2qsF6PgQKY0xWsl2hoXhXrF98YyES2Ld8wmo/UeMQihqULpGk5DHvQdYCFHW4ZJoeQWBTPCzMrmvgPxXe0PLjpEd0jhue41KPY8VzbcWxIKLCBx3QdmwWAm0Ns2W3Y2Z+FC+Ge0UoU9Cy+EBT8VPCzYPBzoP+LA5JJVSkIqmS+ARi6JQLaLEaY9OP7duD8TRwoLxHXyw6hnQsEQPPIDalAABUIMLuize8IRDkIBD</a:t>
            </a:r>
          </a:p>
        </p:txBody>
      </p:sp>
    </p:spTree>
  </p:cSld>
  <p:clrMapOvr>
    <a:masterClrMapping/>
  </p:clrMapOvr>
</p:sld>
</file>

<file path=ppt/slides/slide1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4" id="324"/>
          <p:cNvPicPr>
            <a:picLocks noChangeAspect="true"/>
          </p:cNvPicPr>
          <p:nvPr/>
        </p:nvPicPr>
        <p:blipFill>
          <a:blip r:embed="rId324"/>
          <a:stretch>
            <a:fillRect/>
          </a:stretch>
        </p:blipFill>
        <p:spPr>
          <a:xfrm>
            <a:off x="0" y="127000"/>
            <a:ext cx="23749000" cy="16548100"/>
          </a:xfrm>
          <a:prstGeom prst="rect">
            <a:avLst/>
          </a:prstGeom>
        </p:spPr>
      </p:pic>
      <p:sp>
        <p:nvSpPr>
          <p:cNvPr name="TextBox 324" id="3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xJnPZ5yEQwEMOpQYDiBGCOfBsixsUQs/BFDsWBXN6aEy8xEAARmwIiWPq1EKY6cQmpgdND1DDYI4Naf49M5IdO+uRQYufQyMVCLBdAlCeGOWJKY4nBi3rYBipQIAigPycy3vXAwFyYv+rQICtBpjzO/lQLgIBoF3BMuLc0qtWLoIBLO6Y2CKmDaiHHYxswwTAMKmtE4valrtQMICOKgJWLzH4HDkOZggwqHNscUyYiXRMHWBTwwMuLko0QI8vuw0+Fz2JRiocYBuFoECoAqEFA6HLORpGKhygQEA03zLf7XCAHCGFbQ0H2NCx8hLRfTdF6W5lBuiNeVbZDYqpoAAVFDC7ss3nFhwrvrnLG4YpL2+AXPhrmA4otBiEkHEMIHIch1rYdriNDMux5g0NEGNcYmwAYNy2bWraJhZ9M00HUzd9IbLFTZNgN/9+mpQfO+mfGZt387gGHqlE+WeKLwTln1H+mWL4Z8b1f26sPrUq5Z9RMlfBAkXFBSpgYMvB53yOwAkVbAyA2gBVbChAqF5F2nkuQCjkXDeIZyETI4M4HEBoYUCB5XEn1ey5ggagblYk3F4eEtWJbQOqA8PzDAywY3vA0j1uuNwwAfOsAkQMDJiy63B0kbPqR6tRkHQ7BKFgqYKlhYOlix8iP1GZgqZK7ip8oNi4YRtD</a:t>
            </a:r>
          </a:p>
        </p:txBody>
      </p:sp>
    </p:spTree>
  </p:cSld>
  <p:clrMapOvr>
    <a:masterClrMapping/>
  </p:clrMapOvr>
</p:sld>
</file>

<file path=ppt/slides/slide1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6" id="326"/>
          <p:cNvPicPr>
            <a:picLocks noChangeAspect="true"/>
          </p:cNvPicPr>
          <p:nvPr/>
        </p:nvPicPr>
        <p:blipFill>
          <a:blip r:embed="rId326"/>
          <a:stretch>
            <a:fillRect/>
          </a:stretch>
        </p:blipFill>
        <p:spPr>
          <a:xfrm>
            <a:off x="0" y="127000"/>
            <a:ext cx="23749000" cy="16548100"/>
          </a:xfrm>
          <a:prstGeom prst="rect">
            <a:avLst/>
          </a:prstGeom>
        </p:spPr>
      </p:pic>
      <p:sp>
        <p:nvSpPr>
          <p:cNvPr name="TextBox 326" id="3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DZ8EL30MAK0g2EEaD7pqdwCKoxgLmVbxF2Yh/wCEGhlDPKQXoBhwhk2bc+zOUYmcE3XpNiwsc4wBMSa030DwTLTC2BuUOI6NhRWpUG5axMPUN3RbQcAk5H8O24kO3bYZYOWcXitUgxsoRCUq0a5aorkqkHLO01WqQYK4gHIvcxVBEFuIIGKINhy3LmIJzAfaQdQxTAF/IQgJ68gMHQAmaMDAeYohgi63HA81wXAoAh5Jlsgil3g7OWhUOoJrExNYgJuYB0TxzMpc7lNGCc60XExAtklS3YdiS5+Zq3yDWytIBQiVYi0cIh0WYfIKu9AsVBp3uW+68EDuYIM04IHCs7kzRw+T2TobjheJjN87yHZ3hocKUHnxRZ5RVLmjRtQF/JxeYOxHkE2kQcLiHylsRzpK0h2JjInmOdNLcHS3tSionJ2xTsaLPLq32Dpr/6d3ysqE7FCZOfijR/AdC3dYphg+TJW5DBdN23iuQb3MLGMeW9UoSWG5DjAxLqHPceADGPCHOw6punp1DMwBAYrwF0qtIMhORNm3Ky+t0erUA7QYgtAOT6V4zP/js9J2j+X8+uJipTDU8lbheAUzf5X4TdbDTBn</a:t>
            </a:r>
          </a:p>
        </p:txBody>
      </p:sp>
    </p:spTree>
  </p:cSld>
  <p:clrMapOvr>
    <a:masterClrMapping/>
  </p:clrMapOvr>
</p:sld>
</file>

<file path=ppt/slides/slide1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8" id="328"/>
          <p:cNvPicPr>
            <a:picLocks noChangeAspect="true"/>
          </p:cNvPicPr>
          <p:nvPr/>
        </p:nvPicPr>
        <p:blipFill>
          <a:blip r:embed="rId328"/>
          <a:stretch>
            <a:fillRect/>
          </a:stretch>
        </p:blipFill>
        <p:spPr>
          <a:xfrm>
            <a:off x="0" y="127000"/>
            <a:ext cx="23749000" cy="16548100"/>
          </a:xfrm>
          <a:prstGeom prst="rect">
            <a:avLst/>
          </a:prstGeom>
        </p:spPr>
      </p:pic>
      <p:sp>
        <p:nvSpPr>
          <p:cNvPr name="TextBox 328" id="3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96QHK3it7wKhN7Yts0fmI+5GhzpDLrGoQ3TMdeoAmZ7RdKGHqONxtNDbPqB8scXy4CYR8NLSPahbBsM2tgjUAYSGQYCDiI68orzso8uW3Yad8wZ9TKlEQc/iC0HBTwU/CwY/F4u+eLIqBUGVzFW8TTExwrYl6tjwgfIScX368pGdCwRA88hNpedQgQBzKNr8jsA8pOYwsSYvyuQhEEB3PKhzYmOuc8yB7QLEuAEAdqntebo9p4fGxEsMBEAuchjhWLQIsQUsYnqWYTmmbZtc102Yf8+MZMfOemTQ4ufQKi/HlglAeWKUJ6Y4nhi0rINhlY+jECA/5/Le9UCAnNj/KhBgqwHm/E6+fOTggHYFy4hzS69auQgGsAyAEPW4bYodCJm2awigiREiNiIC1hkLBQPoqCJg9RJf5GESBCC1deBw7DHiGDYQ3UXE8EzTpKAo0QA9vuw2+Fz0JFql4thKISgQqkBowUDoco6GVQqOIgHRfMt8t8MBcoQUtjUcYEPHykt/Z8duZQaY440rwRLfuKKCAnbJZ7PAK36DFbzid4HLG4YpL2+AXPhrGKUUYeraNmNYJ8zGBmGOZ7k2dwll3gJJU5fnp4G6wwimNnUtF3uGbbu2SQCjumkYhEJSjIypu+mfGX/j+RyugUcqUf6Z4gtB+WeUf6YY/plx/</a:t>
            </a:r>
          </a:p>
        </p:txBody>
      </p:sp>
    </p:spTree>
  </p:cSld>
  <p:clrMapOvr>
    <a:masterClrMapping/>
  </p:clrMapOvr>
</p:sld>
</file>

<file path=ppt/slides/slide1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0" id="330"/>
          <p:cNvPicPr>
            <a:picLocks noChangeAspect="true"/>
          </p:cNvPicPr>
          <p:nvPr/>
        </p:nvPicPr>
        <p:blipFill>
          <a:blip r:embed="rId330"/>
          <a:stretch>
            <a:fillRect/>
          </a:stretch>
        </p:blipFill>
        <p:spPr>
          <a:xfrm>
            <a:off x="0" y="127000"/>
            <a:ext cx="23749000" cy="16548100"/>
          </a:xfrm>
          <a:prstGeom prst="rect">
            <a:avLst/>
          </a:prstGeom>
        </p:spPr>
      </p:pic>
      <p:sp>
        <p:nvSpPr>
          <p:cNvPr name="TextBox 330" id="3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Z8bq0+tSvlnlMxVsEBRcYEKGNhy8DmfI3D5r/CdH4DaAFVsKECoXkXaeQ5AKIemBQUCha4NsYdtYjPLwJ7NmYB9ngfnDRqAulmRcHt5SNSljo4RAMx2LWx5jg1txwBUQFJCXQ8UIV3dgCm7DkcXOat+tBoFSbdDEAqWKlhaOFi6+CHyE5UpaKrkrsIHio0btjGEYMMH0UsPI0A7GEaA5pOeyi2gwgjmUrZF3IV5yC8AgVbGIA/pBQg2DAJd16IWwB42bQdazNCZrhPLsbAzp/sGgiWGEDDPtgE1DPEfYdsANrVNl3HXNiFELrTz77iR7Nhhlw1axuG1SjGwhUJQrhrlqimSqwYt7zRZpRooiAcg9zJXEQS5gQQqgmDLcecinsB8pB1AFcMU8BOCnLyCAGAXIBN4hFGAObBc10WGa0NEMaF47jfdyahtgbOXh0IN4FiWDrkBXYY5sxziUoGQMUaeoVOdFiOQXbJk15Ho4mfWKt/A1gpCIVKFSAuHSJd1iKzyDhQLleZd7rsePJAryDAteKDgTN7M4fNEhu6Cek9m995Dsr0lrxuF9VRl4dfeun1Os7ltRFeFqXQZR7Tqkpg/</a:t>
            </a:r>
          </a:p>
        </p:txBody>
      </p:sp>
    </p:spTree>
  </p:cSld>
  <p:clrMapOvr>
    <a:masterClrMapping/>
  </p:clrMapOvr>
</p:sld>
</file>

<file path=ppt/slides/slide1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2" id="332"/>
          <p:cNvPicPr>
            <a:picLocks noChangeAspect="true"/>
          </p:cNvPicPr>
          <p:nvPr/>
        </p:nvPicPr>
        <p:blipFill>
          <a:blip r:embed="rId332"/>
          <a:stretch>
            <a:fillRect/>
          </a:stretch>
        </p:blipFill>
        <p:spPr>
          <a:xfrm>
            <a:off x="0" y="127000"/>
            <a:ext cx="23749000" cy="16548100"/>
          </a:xfrm>
          <a:prstGeom prst="rect">
            <a:avLst/>
          </a:prstGeom>
        </p:spPr>
      </p:pic>
      <p:sp>
        <p:nvSpPr>
          <p:cNvPr name="TextBox 332" id="3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DATA[sO9OW+3k7kKOpLxfOPnADPKB2yOfgi04KIN00D9qqZGMeJJT61DimyhROFjh4JVpu9Cvx/RcfLSnMOoWyWTV+HFAyfzr4/8HP5ffhA==</script> <treescope-run-here><script type=\"application/octet-stream\"> const root = ( Array.from(document.getElementsByClassName( \"treescope_out_be06d96dcd0e44e189d7ae34bbd58ad1\")) .filter((elt) => !elt.dataset['step0']) )[0]; root.dataset['step0'] = 1; root.defns.insertContent( this.parentNode.querySelector('script[type=\"application/octet-stream\"]'), true ); this.parentNode.remove(); </script></treescope-run-here> </div>"]]></a:t>
            </a:r>
          </a:p>
          <a:p>
            <a:r>
              <a:rPr lang="en-US" sz="3700">
                <a:solidFill>
                  <a:srgbClr val="252525"/>
                </a:solidFill>
              </a:rPr>
              <a:t>      ],</a:t>
            </a:r>
          </a:p>
          <a:p>
            <a:r>
              <a:rPr lang="en-US" sz="3700">
                <a:solidFill>
                  <a:srgbClr val="252525"/>
                </a:solidFill>
              </a:rPr>
              <a:t>      "text/plain": [</a:t>
            </a:r>
          </a:p>
          <a:p>
            <a:r>
              <a:rPr lang="en-US" sz="3700">
                <a:solidFill>
                  <a:srgbClr val="252525"/>
                </a:solidFill>
              </a:rPr>
              <a:t>       "&lt;IPython.core.display.HTML object&gt;"</a:t>
            </a:r>
          </a:p>
        </p:txBody>
      </p:sp>
    </p:spTree>
  </p:cSld>
  <p:clrMapOvr>
    <a:masterClrMapping/>
  </p:clrMapOvr>
</p:sld>
</file>

<file path=ppt/slides/slide1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4" id="334"/>
          <p:cNvPicPr>
            <a:picLocks noChangeAspect="true"/>
          </p:cNvPicPr>
          <p:nvPr/>
        </p:nvPicPr>
        <p:blipFill>
          <a:blip r:embed="rId334"/>
          <a:stretch>
            <a:fillRect/>
          </a:stretch>
        </p:blipFill>
        <p:spPr>
          <a:xfrm>
            <a:off x="0" y="127000"/>
            <a:ext cx="23749000" cy="16548100"/>
          </a:xfrm>
          <a:prstGeom prst="rect">
            <a:avLst/>
          </a:prstGeom>
        </p:spPr>
      </p:pic>
      <p:sp>
        <p:nvSpPr>
          <p:cNvPr name="TextBox 334" id="3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"metadata": {},</a:t>
            </a:r>
          </a:p>
          <a:p>
            <a:r>
              <a:rPr lang="en-US" sz="3700">
                <a:solidFill>
                  <a:srgbClr val="252525"/>
                </a:solidFill>
              </a:rPr>
              <a:t>     "output_type": "display_data"</a:t>
            </a:r>
          </a:p>
          <a:p>
            <a:r>
              <a:rPr lang="en-US" sz="3700">
                <a:solidFill>
                  <a:srgbClr val="252525"/>
                </a:solidFill>
              </a:rPr>
              <a:t>    },</a:t>
            </a:r>
          </a:p>
          <a:p>
            <a:r>
              <a:rPr lang="en-US" sz="3700">
                <a:solidFill>
                  <a:srgbClr val="252525"/>
                </a:solidFill>
              </a:rPr>
              <a:t>    {</a:t>
            </a:r>
          </a:p>
          <a:p>
            <a:r>
              <a:rPr lang="en-US" sz="3700">
                <a:solidFill>
                  <a:srgbClr val="252525"/>
                </a:solidFill>
              </a:rPr>
              <a:t>     "data": {</a:t>
            </a:r>
          </a:p>
          <a:p>
            <a:r>
              <a:rPr lang="en-US" sz="3700">
                <a:solidFill>
                  <a:srgbClr val="252525"/>
                </a:solidFill>
              </a:rPr>
              <a:t>      "text/html": [</a:t>
            </a:r>
          </a:p>
          <a:p>
            <a:r>
              <a:rPr lang="en-US" sz="3700">
                <a:solidFill>
                  <a:srgbClr val="252525"/>
                </a:solidFill>
              </a:rPr>
              <a:t>       "&lt;div style=\"display:none\"&gt; &lt;script type=\"application/octet-stream\" &gt;eNrsvema4kqSKPj/PAWVXV0RUUQG2iXPPJn9AWIXILZgyZtflgQCxCbQBuh0/p/7HjMPMK8wj3KfZMwlAUJARGSeU9XdX1XkElrczM3NzG3xTb+OdDdh2fuF9undSLfWC2X/IbEyVtq7hD769G5smN9G2lgzTW30jeZpTqGGxGhEjBl6xAo8oXCCQikUp414jnn3+VdrrayC/xPDhWJZn94NjQXgUFTV1Nx3n/+ysD/OlN1T2jSV/T3xmBjZ+7X2ydFXNk09/GVif/w1FeA4/AL6Pv/</a:t>
            </a:r>
          </a:p>
        </p:txBody>
      </p:sp>
    </p:spTree>
  </p:cSld>
  <p:clrMapOvr>
    <a:masterClrMapping/>
  </p:clrMapOvr>
</p:sld>
</file>

<file path=ppt/slides/slide1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6" id="336"/>
          <p:cNvPicPr>
            <a:picLocks noChangeAspect="true"/>
          </p:cNvPicPr>
          <p:nvPr/>
        </p:nvPicPr>
        <p:blipFill>
          <a:blip r:embed="rId336"/>
          <a:stretch>
            <a:fillRect/>
          </a:stretch>
        </p:blipFill>
        <p:spPr>
          <a:xfrm>
            <a:off x="0" y="127000"/>
            <a:ext cx="23749000" cy="16548100"/>
          </a:xfrm>
          <a:prstGeom prst="rect">
            <a:avLst/>
          </a:prstGeom>
        </p:spPr>
      </p:pic>
      <p:sp>
        <p:nvSpPr>
          <p:cNvPr name="TextBox 336" id="3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6A0Qq2ohVeI1hlDHJ8IhUOIJlCYWmFI3RWGV4IhLj+/ykYEpc3fs2NFa2oq80M/FbYjvVbe09lBtquCJzqSw+Jr4nrhV+0ldjA0DG8OT9WFnqC6BtaawMH/pjwm//h8S/Kf7Px8RSMSf66r1q2Lax/JAgnihWW348r3Ftai9Xp6/Wjv3FZ907U1lNtHdfgQRXM219qCzeKwt9sgIq9NFoAZjG+sLWgIYJYLPgvXZPPiQMqEq3QQZP7MMPV/Zharg+oy5R/xi+lbNUNRMQrgz7/sPYGDrWA6BVDXOkme9NZaQ71ocEvd79PpTBtU80Rn+QCe//fAyr+5Ag17uEZSz00enVC7U+WVBSM624vrwkPZ8EW18DzJkif0ysDUu3dQPEpqhAg2PDM1UZziem4axG70OS/YquEawuoCxgUUYjfTUJ9Go4xWihawErNVdb2dahsq0+sqcfQHr2e0wcvPqYwJSNF8b2Q8LVLV3FinPZLO+9vhppO6iZIIiXW6kauze20ti9t6bKCFdN+H9ws/wGPYYPKHgQNv16g450oRfIGi704Xyk2MqPSGxhKJij35aaZSkTLaI9hx79HWyVb0t+tU</a:t>
            </a:r>
          </a:p>
        </p:txBody>
      </p:sp>
    </p:spTree>
  </p:cSld>
  <p:clrMapOvr>
    <a:masterClrMapping/>
  </p:clrMapOvr>
</p:sld>
</file>

<file path=ppt/slides/slide1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38" id="338"/>
          <p:cNvPicPr>
            <a:picLocks noChangeAspect="true"/>
          </p:cNvPicPr>
          <p:nvPr/>
        </p:nvPicPr>
        <p:blipFill>
          <a:blip r:embed="rId338"/>
          <a:stretch>
            <a:fillRect/>
          </a:stretch>
        </p:blipFill>
        <p:spPr>
          <a:xfrm>
            <a:off x="0" y="127000"/>
            <a:ext cx="23749000" cy="16548100"/>
          </a:xfrm>
          <a:prstGeom prst="rect">
            <a:avLst/>
          </a:prstGeom>
        </p:spPr>
      </p:pic>
      <p:sp>
        <p:nvSpPr>
          <p:cNvPr name="TextBox 338" id="3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1Ns4bGWntvOqv3U82EZ9bQ1Nd2wtfNO2W9BhoUzIGUMbQ1+70FMMry7vMv+AeqtezEgYrEp8T9/UPi0+fEb78kEvB37KyGGDQx0izN1KGXe1oHuCHc404DBRIJU7Mdc5Xwn/o29mlsGst7xTZUKPSYuF/6CJdPQ2OkyZiVafueeHj4CNDff7ldTR7YABb6VFFAqrq3NQvo/Kn6DkjGGDfGstK2ibCiwD/46J9UZwy2PQQJGxjAvEZ1afUPodmv5ocoDkheaHYii5VpqaybhYwImvkx3pqJZmdBGfWVYziWX/jeVRaO9hioIUBisEMLMUZVsbRvfm94TBjjsaXZAR36OBGAJn79lCAOEIlIeWgO8TF8GkCennxPaAtLiyD5/ClB3kASpexpoa0m9jTxPkFdoCafzpEfkAUsHtrWEWNQ5V8T99dRkw8fr9FRVezpE/AdeHZE9nBBxamef0+QIT0RSZuxBn05VfH1C/EVE0UCCQG6h0QyRJ+4BZRIJsgQMCqdoLLJS5WRP1sZeb0y9aXKqJ+tjIpXFur/F/</a:t>
            </a:r>
          </a:p>
        </p:txBody>
      </p:sp>
    </p:spTree>
  </p:cSld>
  <p:clrMapOvr>
    <a:masterClrMapping/>
  </p:clrMapOvr>
</p:sld>
</file>

<file path=ppt/slides/slide1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0" id="340"/>
          <p:cNvPicPr>
            <a:picLocks noChangeAspect="true"/>
          </p:cNvPicPr>
          <p:nvPr/>
        </p:nvPicPr>
        <p:blipFill>
          <a:blip r:embed="rId340"/>
          <a:stretch>
            <a:fillRect/>
          </a:stretch>
        </p:blipFill>
        <p:spPr>
          <a:xfrm>
            <a:off x="0" y="127000"/>
            <a:ext cx="23749000" cy="16548100"/>
          </a:xfrm>
          <a:prstGeom prst="rect">
            <a:avLst/>
          </a:prstGeom>
        </p:spPr>
      </p:pic>
      <p:sp>
        <p:nvSpPr>
          <p:cNvPr name="TextBox 340" id="3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xMXlMqF+vd9r9CkKnYdocWvpq2tQA+31Y31zb+zb/OVT7hb6uKqDbprKt6qvgN74PURSU9UEtj9gtWwF/1sLxySis4h4gbMU5aTDW7D/pVl5fgWO491/9538GKgSu6n73kEhhgMSvCVJ7z5zgjg3cHTQrps3HAj4uCyIzjOyvPrK/HsvgH7/AwpjcX9aaDKE3pg1CCe/WxvZ+FxR4TFAPD0fd/h7R4mPfP+Nj4tOZDcDvA37GXsTYjzUm4P/NxsbLB2ivURYveWz12YuDFfWlfCi1VHb3B7mHBD18vNHSX48ljlT+F/0Kuh1IC/eZxKdfYpLXduv7owqc8wC64Um9QXeOxQ5NO4r+WAew6lBTKujI52xJxRgXOA9gLNhagL3WZY5dD/eOjxHVOUDFVOeIDHoMSZyrwNG84q6+1rCVxdoOfvelzpoKcR5whT3rgOSqN/nd0jop/YGTp9trqhpHhPk60lbGUl9BjGEedVhf3UdU4FqzY6YvZIFPQsTaPb6C5dBRMPiZ2M6IisnunOCrAgyZ/yaxRdCdXOyFF7CNFg6kW7YJEXfg689jt6M</a:t>
            </a:r>
          </a:p>
        </p:txBody>
      </p:sp>
    </p:spTree>
  </p:cSld>
  <p:clrMapOvr>
    <a:masterClrMapping/>
  </p:clrMapOvr>
</p:sld>
</file>

<file path=ppt/slides/slide1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2" id="342"/>
          <p:cNvPicPr>
            <a:picLocks noChangeAspect="true"/>
          </p:cNvPicPr>
          <p:nvPr/>
        </p:nvPicPr>
        <p:blipFill>
          <a:blip r:embed="rId342"/>
          <a:stretch>
            <a:fillRect/>
          </a:stretch>
        </p:blipFill>
        <p:spPr>
          <a:xfrm>
            <a:off x="0" y="127000"/>
            <a:ext cx="23749000" cy="16548100"/>
          </a:xfrm>
          <a:prstGeom prst="rect">
            <a:avLst/>
          </a:prstGeom>
        </p:spPr>
      </p:pic>
      <p:sp>
        <p:nvSpPr>
          <p:cNvPr name="TextBox 342" id="3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ObiuMxfzN3Oi3v/5N/N74s+/TfB/6veHv111Nzi+NxULwqrJz9UYKYHTkRVkNXso8USRFAf90wQT/cSTLAXXE3xN8BS+Vk9G6gT2OUFSwon3YWPu/ATo7qpKH4r4SczdGUNjDYX8fCErNiRMK4iBQB7wd/8IaaL/6OgoQcj3WE11P+CDX78eioRBFjxLJh9iEZppbKF8WPCL/vWgIEd0swDdDNBB2SOqWRRV6HyM7ZfZ1+hTqMTePWH6m9rQvsfRxQxoh1/6Y4J8jMR8J438fqFaAaEjfaLbfvAsm/pSMbGovvhl7/5t7P/cPcIlOeZ5lfEvx2N+TGj+JTVUCGroX444iqcE/xIxHK+O/EthyHKMevcYItRonh9S/ht1qI6o4JLkVW04voMyPpvidLU0eDI6p4wf4z8+tKINeU0IKVNVPqRBGI0FJXyKBMT5l0NWJUZscMmgIWKOlI15lRsF5IzUkSoE5CNtpGjskbJfjtQNtcWiBVkUkMR/DF7EkhbITMb65CJnGYHFqa+0LMAfLJyveyBkP215TIQpjG6BZdNHp1wmQPh4NOgHh</a:t>
            </a:r>
          </a:p>
        </p:txBody>
      </p:sp>
    </p:spTree>
  </p:cSld>
  <p:clrMapOvr>
    <a:masterClrMapping/>
  </p:clrMapOvr>
</p:sld>
</file>

<file path=ppt/slides/slide1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4" id="344"/>
          <p:cNvPicPr>
            <a:picLocks noChangeAspect="true"/>
          </p:cNvPicPr>
          <p:nvPr/>
        </p:nvPicPr>
        <p:blipFill>
          <a:blip r:embed="rId344"/>
          <a:stretch>
            <a:fillRect/>
          </a:stretch>
        </p:blipFill>
        <p:spPr>
          <a:xfrm>
            <a:off x="0" y="127000"/>
            <a:ext cx="23749000" cy="16548100"/>
          </a:xfrm>
          <a:prstGeom prst="rect">
            <a:avLst/>
          </a:prstGeom>
        </p:spPr>
      </p:pic>
      <p:sp>
        <p:nvSpPr>
          <p:cNvPr name="TextBox 344" id="3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QiDM790RAtDBfG7MFB5Z8wXw+k9y/47HjR4uPv4yxVFgqqgI/I+NcEF/vvw8WWcPBHDedGxQrw4CD7iDm6+HPX0C/GYOP39+nj2gvSfkpcv/hCIrw8Xedw505/wCAW4AWjy8Jhw3sW7/DAM+8+ilwtUh1Jn3ka3akotSB4foh39guNRw/ej4ruCDjsFimV9fsDvhwjmnxIisJiMsJj8GvW/N8VyFAx5IcqXoW7V9fUhFoKfUnOQYQnkAInM/ozRgQSxqIAvVwYWIB9/TFzI7pKl19z0HyWuFz3z75dcwGLyx8Xzc6+u1vWy5N7/lOiIfwrRnTh6TQi3us/L/fHlrkq+0uniIgod1wgnvqEPC03ex/N451DuMx4Fi8U9P9tPf1TcPyrwnxb5Twv9xQ722ksy0v/IH4K8/fJrNOo89d6jOH9NED8sTuKfT5zES3wnflqcP4z2ijijojuFLQcBP5zL9pjj/3jscbXCCxRn7/DPuQpc0aYDpRGVOhPd95/Wl1iW9VogmbhbK5As2OHo8N3F8NvviijPe9Xh9Rff1n6Nhp1hEaDHATLAtWqjf0Wff3z0</a:t>
            </a:r>
          </a:p>
        </p:txBody>
      </p:sp>
    </p:spTree>
  </p:cSld>
  <p:clrMapOvr>
    <a:masterClrMapping/>
  </p:clrMapOvr>
</p:sld>
</file>

<file path=ppt/slides/slide1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6" id="346"/>
          <p:cNvPicPr>
            <a:picLocks noChangeAspect="true"/>
          </p:cNvPicPr>
          <p:nvPr/>
        </p:nvPicPr>
        <p:blipFill>
          <a:blip r:embed="rId346"/>
          <a:stretch>
            <a:fillRect/>
          </a:stretch>
        </p:blipFill>
        <p:spPr>
          <a:xfrm>
            <a:off x="0" y="127000"/>
            <a:ext cx="23749000" cy="16548100"/>
          </a:xfrm>
          <a:prstGeom prst="rect">
            <a:avLst/>
          </a:prstGeom>
        </p:spPr>
      </p:pic>
      <p:sp>
        <p:nvSpPr>
          <p:cNvPr name="TextBox 346" id="3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XeEN8ZNrvHoOGzz6I/bPEYGbn5cBG9WTj/3Vo2beomTWFkxbSuzF3HRY2Lu8yWacGH+8V8vn4DYqMcEff0NMJZ9tQQXlmDwbxoU6NWSbFjSh2B+BoLGv9nfBwm/Oawvp+wzOsasr1ycxwNDxwpIKdpZgyj43xNk4k+x8chT9HSEtk1He0ULV9pEsXVXO04h/nqa4TyUWSoTCLed0dkURDxmi4zX4FnfI8wTtse+KX54stYL3b6/u4uFegHQYbLy1wvFCt9cCxpw0W9rXBbqjMN9OUP8NWrjMZfXpr9C4puprTXFtr4ZYzxb7SwWZ378ysDfGdqPiWRSj/u8sIdbNlDzmLD0kRbSEFIZkBwZELzgIRSs+ct0Qu5A2YfzwkfO+ab7sjFxmi7NypXBtYBlMbISb2PVDX/9Ur3hYOOP1OoXjVV7NT7wbeFFdHDyIKFwTl7kQlrR65sRQiwYOvSnh5ejlksvehEq3XJ+Ebv+Jda8L9djv1OSd/XFlYDw643mXhFwtP1XDU80LIoOdgWF/xVp/</a:t>
            </a:r>
          </a:p>
        </p:txBody>
      </p:sp>
    </p:spTree>
  </p:cSld>
  <p:clrMapOvr>
    <a:masterClrMapping/>
  </p:clrMapOvr>
</p:sld>
</file>

<file path=ppt/slides/slide1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8" id="348"/>
          <p:cNvPicPr>
            <a:picLocks noChangeAspect="true"/>
          </p:cNvPicPr>
          <p:nvPr/>
        </p:nvPicPr>
        <p:blipFill>
          <a:blip r:embed="rId348"/>
          <a:stretch>
            <a:fillRect/>
          </a:stretch>
        </p:blipFill>
        <p:spPr>
          <a:xfrm>
            <a:off x="0" y="127000"/>
            <a:ext cx="23749000" cy="16548100"/>
          </a:xfrm>
          <a:prstGeom prst="rect">
            <a:avLst/>
          </a:prstGeom>
        </p:spPr>
      </p:pic>
      <p:sp>
        <p:nvSpPr>
          <p:cNvPr name="TextBox 348" id="3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JGRxtW1Im9mw9vZe2MqBYcRwVRcejUqrUb6ULPu4yPZevAcX1igJz5obAHSwaB/CU2Cb4QPc0kAlABLcA36oFnw5ssdjmPuvvqRDHgdzVQWd1Fl8+t4WjvW9ADgE3p3dezpEmU8Yj+Qflw0EzbzSwiq7HTr7uvXc8d3KPwpEZay5vr6m2+H7mJTPRFy//bn364U//7h/LG2GsHDv13PxsOKf/3RegO4a1hfg0m8v1YXXpmE56tepvst8giEF580u5gQuSTPB/yBFt3dLxVrro0ShmM/3P0Umd8WhjF31hfUHuZvEn/5S+JPIaw+WRkmThB9a/mCdG7TddmcQFUtR7VsiNH8vntUwYC2b/5c9d3XWLp4oPQc9FbmeEGhs5qvjO3qjLwbUUMELlrZLb/0Ft7jLniN9Ti6u95tnzDI9T77+fWuc8T5Mz3gUq9+SGxBlTHS3yq1V2X2cg+5Ia/vtxKRaHW//sfnu1hS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